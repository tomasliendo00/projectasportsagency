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ading Now 71-78" charset="1" panose="00000000000000000000"/>
      <p:regular r:id="rId16"/>
    </p:embeddedFont>
    <p:embeddedFont>
      <p:font typeface="TT Firs Neue Bold" charset="1" panose="02000803030000020004"/>
      <p:regular r:id="rId17"/>
    </p:embeddedFont>
    <p:embeddedFont>
      <p:font typeface="TT Firs Neue" charset="1" panose="02000503030000020004"/>
      <p:regular r:id="rId18"/>
    </p:embeddedFont>
    <p:embeddedFont>
      <p:font typeface="Heading Now 71-78 Bold" charset="1" panose="00000000000000000000"/>
      <p:regular r:id="rId19"/>
    </p:embeddedFont>
    <p:embeddedFont>
      <p:font typeface="TT Firs Neue Bold Italics" charset="1" panose="0200080304000009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9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45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jpe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png" Type="http://schemas.openxmlformats.org/officeDocument/2006/relationships/image"/><Relationship Id="rId8" Target="../media/image7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sv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2" Target="../media/image75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48565" y="6371520"/>
            <a:ext cx="1191690" cy="2597688"/>
          </a:xfrm>
          <a:custGeom>
            <a:avLst/>
            <a:gdLst/>
            <a:ahLst/>
            <a:cxnLst/>
            <a:rect r="r" b="b" t="t" l="l"/>
            <a:pathLst>
              <a:path h="2597688" w="1191690">
                <a:moveTo>
                  <a:pt x="0" y="0"/>
                </a:moveTo>
                <a:lnTo>
                  <a:pt x="1191689" y="0"/>
                </a:lnTo>
                <a:lnTo>
                  <a:pt x="1191689" y="2597688"/>
                </a:lnTo>
                <a:lnTo>
                  <a:pt x="0" y="2597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88298" y="1779670"/>
            <a:ext cx="3576371" cy="6671925"/>
            <a:chOff x="0" y="0"/>
            <a:chExt cx="554073" cy="10336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4073" cy="1033656"/>
            </a:xfrm>
            <a:custGeom>
              <a:avLst/>
              <a:gdLst/>
              <a:ahLst/>
              <a:cxnLst/>
              <a:rect r="r" b="b" t="t" l="l"/>
              <a:pathLst>
                <a:path h="1033656" w="554073">
                  <a:moveTo>
                    <a:pt x="90919" y="0"/>
                  </a:moveTo>
                  <a:lnTo>
                    <a:pt x="463154" y="0"/>
                  </a:lnTo>
                  <a:cubicBezTo>
                    <a:pt x="487267" y="0"/>
                    <a:pt x="510393" y="9579"/>
                    <a:pt x="527444" y="26630"/>
                  </a:cubicBezTo>
                  <a:cubicBezTo>
                    <a:pt x="544494" y="43680"/>
                    <a:pt x="554073" y="66806"/>
                    <a:pt x="554073" y="90919"/>
                  </a:cubicBezTo>
                  <a:lnTo>
                    <a:pt x="554073" y="942737"/>
                  </a:lnTo>
                  <a:cubicBezTo>
                    <a:pt x="554073" y="966850"/>
                    <a:pt x="544494" y="989976"/>
                    <a:pt x="527444" y="1007026"/>
                  </a:cubicBezTo>
                  <a:cubicBezTo>
                    <a:pt x="510393" y="1024077"/>
                    <a:pt x="487267" y="1033656"/>
                    <a:pt x="463154" y="1033656"/>
                  </a:cubicBezTo>
                  <a:lnTo>
                    <a:pt x="90919" y="1033656"/>
                  </a:lnTo>
                  <a:cubicBezTo>
                    <a:pt x="66806" y="1033656"/>
                    <a:pt x="43680" y="1024077"/>
                    <a:pt x="26630" y="1007026"/>
                  </a:cubicBezTo>
                  <a:cubicBezTo>
                    <a:pt x="9579" y="989976"/>
                    <a:pt x="0" y="966850"/>
                    <a:pt x="0" y="942737"/>
                  </a:cubicBezTo>
                  <a:lnTo>
                    <a:pt x="0" y="90919"/>
                  </a:lnTo>
                  <a:cubicBezTo>
                    <a:pt x="0" y="66806"/>
                    <a:pt x="9579" y="43680"/>
                    <a:pt x="26630" y="26630"/>
                  </a:cubicBezTo>
                  <a:cubicBezTo>
                    <a:pt x="43680" y="9579"/>
                    <a:pt x="66806" y="0"/>
                    <a:pt x="90919" y="0"/>
                  </a:cubicBezTo>
                  <a:close/>
                </a:path>
              </a:pathLst>
            </a:custGeom>
            <a:blipFill>
              <a:blip r:embed="rId4"/>
              <a:stretch>
                <a:fillRect l="-116028" t="0" r="-116028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574365" y="130976"/>
            <a:ext cx="3303668" cy="7201455"/>
          </a:xfrm>
          <a:custGeom>
            <a:avLst/>
            <a:gdLst/>
            <a:ahLst/>
            <a:cxnLst/>
            <a:rect r="r" b="b" t="t" l="l"/>
            <a:pathLst>
              <a:path h="7201455" w="3303668">
                <a:moveTo>
                  <a:pt x="0" y="0"/>
                </a:moveTo>
                <a:lnTo>
                  <a:pt x="3303668" y="0"/>
                </a:lnTo>
                <a:lnTo>
                  <a:pt x="3303668" y="7201456"/>
                </a:lnTo>
                <a:lnTo>
                  <a:pt x="0" y="7201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061011" y="2616636"/>
            <a:ext cx="2087032" cy="5053727"/>
            <a:chOff x="0" y="0"/>
            <a:chExt cx="323336" cy="7829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3336" cy="782955"/>
            </a:xfrm>
            <a:custGeom>
              <a:avLst/>
              <a:gdLst/>
              <a:ahLst/>
              <a:cxnLst/>
              <a:rect r="r" b="b" t="t" l="l"/>
              <a:pathLst>
                <a:path h="782955" w="323336">
                  <a:moveTo>
                    <a:pt x="155801" y="0"/>
                  </a:moveTo>
                  <a:lnTo>
                    <a:pt x="167535" y="0"/>
                  </a:lnTo>
                  <a:cubicBezTo>
                    <a:pt x="208856" y="0"/>
                    <a:pt x="248485" y="16415"/>
                    <a:pt x="277703" y="45633"/>
                  </a:cubicBezTo>
                  <a:cubicBezTo>
                    <a:pt x="306921" y="74851"/>
                    <a:pt x="323336" y="114480"/>
                    <a:pt x="323336" y="155801"/>
                  </a:cubicBezTo>
                  <a:lnTo>
                    <a:pt x="323336" y="627154"/>
                  </a:lnTo>
                  <a:cubicBezTo>
                    <a:pt x="323336" y="713200"/>
                    <a:pt x="253582" y="782955"/>
                    <a:pt x="167535" y="782955"/>
                  </a:cubicBezTo>
                  <a:lnTo>
                    <a:pt x="155801" y="782955"/>
                  </a:lnTo>
                  <a:cubicBezTo>
                    <a:pt x="69754" y="782955"/>
                    <a:pt x="0" y="713200"/>
                    <a:pt x="0" y="627154"/>
                  </a:cubicBezTo>
                  <a:lnTo>
                    <a:pt x="0" y="155801"/>
                  </a:lnTo>
                  <a:cubicBezTo>
                    <a:pt x="0" y="69754"/>
                    <a:pt x="69754" y="0"/>
                    <a:pt x="155801" y="0"/>
                  </a:cubicBezTo>
                  <a:close/>
                </a:path>
              </a:pathLst>
            </a:custGeom>
            <a:blipFill>
              <a:blip r:embed="rId5"/>
              <a:stretch>
                <a:fillRect l="-122963" t="0" r="-122963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563713" y="1161482"/>
            <a:ext cx="1415303" cy="353826"/>
          </a:xfrm>
          <a:custGeom>
            <a:avLst/>
            <a:gdLst/>
            <a:ahLst/>
            <a:cxnLst/>
            <a:rect r="r" b="b" t="t" l="l"/>
            <a:pathLst>
              <a:path h="353826" w="1415303">
                <a:moveTo>
                  <a:pt x="0" y="0"/>
                </a:moveTo>
                <a:lnTo>
                  <a:pt x="1415304" y="0"/>
                </a:lnTo>
                <a:lnTo>
                  <a:pt x="1415304" y="353826"/>
                </a:lnTo>
                <a:lnTo>
                  <a:pt x="0" y="353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2157" y="7060432"/>
            <a:ext cx="437595" cy="437595"/>
          </a:xfrm>
          <a:custGeom>
            <a:avLst/>
            <a:gdLst/>
            <a:ahLst/>
            <a:cxnLst/>
            <a:rect r="r" b="b" t="t" l="l"/>
            <a:pathLst>
              <a:path h="437595" w="437595">
                <a:moveTo>
                  <a:pt x="0" y="0"/>
                </a:moveTo>
                <a:lnTo>
                  <a:pt x="437595" y="0"/>
                </a:lnTo>
                <a:lnTo>
                  <a:pt x="437595" y="437595"/>
                </a:lnTo>
                <a:lnTo>
                  <a:pt x="0" y="4375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54555" y="-157746"/>
            <a:ext cx="5812248" cy="3874832"/>
          </a:xfrm>
          <a:custGeom>
            <a:avLst/>
            <a:gdLst/>
            <a:ahLst/>
            <a:cxnLst/>
            <a:rect r="r" b="b" t="t" l="l"/>
            <a:pathLst>
              <a:path h="3874832" w="5812248">
                <a:moveTo>
                  <a:pt x="0" y="0"/>
                </a:moveTo>
                <a:lnTo>
                  <a:pt x="5812248" y="0"/>
                </a:lnTo>
                <a:lnTo>
                  <a:pt x="5812248" y="3874833"/>
                </a:lnTo>
                <a:lnTo>
                  <a:pt x="0" y="38748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2157" y="3944627"/>
            <a:ext cx="728695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PROJECTA SPORTS AGENCY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70237" y="7012807"/>
            <a:ext cx="4413502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Agencia Deportiva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Becas y transferencias en USA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533" y="5618686"/>
            <a:ext cx="6980049" cy="3712806"/>
            <a:chOff x="0" y="0"/>
            <a:chExt cx="1081392" cy="575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1392" cy="575211"/>
            </a:xfrm>
            <a:custGeom>
              <a:avLst/>
              <a:gdLst/>
              <a:ahLst/>
              <a:cxnLst/>
              <a:rect r="r" b="b" t="t" l="l"/>
              <a:pathLst>
                <a:path h="575211" w="1081392">
                  <a:moveTo>
                    <a:pt x="62112" y="0"/>
                  </a:moveTo>
                  <a:lnTo>
                    <a:pt x="1019280" y="0"/>
                  </a:lnTo>
                  <a:cubicBezTo>
                    <a:pt x="1035753" y="0"/>
                    <a:pt x="1051552" y="6544"/>
                    <a:pt x="1063200" y="18192"/>
                  </a:cubicBezTo>
                  <a:cubicBezTo>
                    <a:pt x="1074848" y="29841"/>
                    <a:pt x="1081392" y="45639"/>
                    <a:pt x="1081392" y="62112"/>
                  </a:cubicBezTo>
                  <a:lnTo>
                    <a:pt x="1081392" y="513098"/>
                  </a:lnTo>
                  <a:cubicBezTo>
                    <a:pt x="1081392" y="547402"/>
                    <a:pt x="1053584" y="575211"/>
                    <a:pt x="1019280" y="575211"/>
                  </a:cubicBezTo>
                  <a:lnTo>
                    <a:pt x="62112" y="575211"/>
                  </a:lnTo>
                  <a:cubicBezTo>
                    <a:pt x="45639" y="575211"/>
                    <a:pt x="29841" y="568667"/>
                    <a:pt x="18192" y="557018"/>
                  </a:cubicBezTo>
                  <a:cubicBezTo>
                    <a:pt x="6544" y="545370"/>
                    <a:pt x="0" y="529572"/>
                    <a:pt x="0" y="513098"/>
                  </a:cubicBezTo>
                  <a:lnTo>
                    <a:pt x="0" y="62112"/>
                  </a:lnTo>
                  <a:cubicBezTo>
                    <a:pt x="0" y="27809"/>
                    <a:pt x="27809" y="0"/>
                    <a:pt x="621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666" r="0" b="-12666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784928" y="2204222"/>
            <a:ext cx="542280" cy="542280"/>
          </a:xfrm>
          <a:custGeom>
            <a:avLst/>
            <a:gdLst/>
            <a:ahLst/>
            <a:cxnLst/>
            <a:rect r="r" b="b" t="t" l="l"/>
            <a:pathLst>
              <a:path h="542280" w="542280">
                <a:moveTo>
                  <a:pt x="0" y="0"/>
                </a:moveTo>
                <a:lnTo>
                  <a:pt x="542280" y="0"/>
                </a:lnTo>
                <a:lnTo>
                  <a:pt x="542280" y="542280"/>
                </a:lnTo>
                <a:lnTo>
                  <a:pt x="0" y="54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84928" y="4547336"/>
            <a:ext cx="542280" cy="542280"/>
          </a:xfrm>
          <a:custGeom>
            <a:avLst/>
            <a:gdLst/>
            <a:ahLst/>
            <a:cxnLst/>
            <a:rect r="r" b="b" t="t" l="l"/>
            <a:pathLst>
              <a:path h="542280" w="542280">
                <a:moveTo>
                  <a:pt x="0" y="0"/>
                </a:moveTo>
                <a:lnTo>
                  <a:pt x="542280" y="0"/>
                </a:lnTo>
                <a:lnTo>
                  <a:pt x="542280" y="542280"/>
                </a:lnTo>
                <a:lnTo>
                  <a:pt x="0" y="54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84928" y="6932809"/>
            <a:ext cx="542280" cy="542280"/>
          </a:xfrm>
          <a:custGeom>
            <a:avLst/>
            <a:gdLst/>
            <a:ahLst/>
            <a:cxnLst/>
            <a:rect r="r" b="b" t="t" l="l"/>
            <a:pathLst>
              <a:path h="542280" w="542280">
                <a:moveTo>
                  <a:pt x="0" y="0"/>
                </a:moveTo>
                <a:lnTo>
                  <a:pt x="542280" y="0"/>
                </a:lnTo>
                <a:lnTo>
                  <a:pt x="542280" y="542280"/>
                </a:lnTo>
                <a:lnTo>
                  <a:pt x="0" y="54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98203" y="9559122"/>
            <a:ext cx="4722193" cy="997563"/>
          </a:xfrm>
          <a:custGeom>
            <a:avLst/>
            <a:gdLst/>
            <a:ahLst/>
            <a:cxnLst/>
            <a:rect r="r" b="b" t="t" l="l"/>
            <a:pathLst>
              <a:path h="997563" w="4722193">
                <a:moveTo>
                  <a:pt x="0" y="0"/>
                </a:moveTo>
                <a:lnTo>
                  <a:pt x="4722194" y="0"/>
                </a:lnTo>
                <a:lnTo>
                  <a:pt x="4722194" y="997563"/>
                </a:lnTo>
                <a:lnTo>
                  <a:pt x="0" y="9975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98203" y="510998"/>
            <a:ext cx="4722193" cy="4722193"/>
          </a:xfrm>
          <a:custGeom>
            <a:avLst/>
            <a:gdLst/>
            <a:ahLst/>
            <a:cxnLst/>
            <a:rect r="r" b="b" t="t" l="l"/>
            <a:pathLst>
              <a:path h="4722193" w="4722193">
                <a:moveTo>
                  <a:pt x="0" y="0"/>
                </a:moveTo>
                <a:lnTo>
                  <a:pt x="4722194" y="0"/>
                </a:lnTo>
                <a:lnTo>
                  <a:pt x="4722194" y="4722194"/>
                </a:lnTo>
                <a:lnTo>
                  <a:pt x="0" y="4722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29634" y="583371"/>
            <a:ext cx="1029666" cy="1029666"/>
          </a:xfrm>
          <a:custGeom>
            <a:avLst/>
            <a:gdLst/>
            <a:ahLst/>
            <a:cxnLst/>
            <a:rect r="r" b="b" t="t" l="l"/>
            <a:pathLst>
              <a:path h="1029666" w="1029666">
                <a:moveTo>
                  <a:pt x="0" y="0"/>
                </a:moveTo>
                <a:lnTo>
                  <a:pt x="1029666" y="0"/>
                </a:lnTo>
                <a:lnTo>
                  <a:pt x="1029666" y="1029666"/>
                </a:lnTo>
                <a:lnTo>
                  <a:pt x="0" y="10296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9533" y="990600"/>
            <a:ext cx="7134129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QUIÉNES SOMOS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9533" y="2824470"/>
            <a:ext cx="6980049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Somos una agencia deportiva dedicada al apoyo de jugadores en el proceso de becas en los Estados Unidos. Te acompañamos en todo el proceso de reclutamiento: búsqueda universitaria, creación de perfil deportivo, y procesos de visa.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4928" y="2824470"/>
            <a:ext cx="363254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Somos la conexión de tu sueño futbolístico y tu meta académica.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4928" y="5209943"/>
            <a:ext cx="363254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Convertimos tu talento en una oportunidad real para construir tu futuro.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18253" y="7638882"/>
            <a:ext cx="382164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Liderado por jóvenes ex deportistas universitarios con más de 5 años de experiencia.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23059" y="7696169"/>
            <a:ext cx="33729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7316803" y="7696169"/>
            <a:ext cx="3372974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332613" y="7696169"/>
            <a:ext cx="337297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477233" y="8946215"/>
            <a:ext cx="1777492" cy="1417550"/>
          </a:xfrm>
          <a:custGeom>
            <a:avLst/>
            <a:gdLst/>
            <a:ahLst/>
            <a:cxnLst/>
            <a:rect r="r" b="b" t="t" l="l"/>
            <a:pathLst>
              <a:path h="1417550" w="1777492">
                <a:moveTo>
                  <a:pt x="0" y="0"/>
                </a:moveTo>
                <a:lnTo>
                  <a:pt x="1777493" y="0"/>
                </a:lnTo>
                <a:lnTo>
                  <a:pt x="1777493" y="1417551"/>
                </a:lnTo>
                <a:lnTo>
                  <a:pt x="0" y="1417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846" y="8946215"/>
            <a:ext cx="1777492" cy="1417550"/>
          </a:xfrm>
          <a:custGeom>
            <a:avLst/>
            <a:gdLst/>
            <a:ahLst/>
            <a:cxnLst/>
            <a:rect r="r" b="b" t="t" l="l"/>
            <a:pathLst>
              <a:path h="1417550" w="1777492">
                <a:moveTo>
                  <a:pt x="0" y="0"/>
                </a:moveTo>
                <a:lnTo>
                  <a:pt x="1777492" y="0"/>
                </a:lnTo>
                <a:lnTo>
                  <a:pt x="1777492" y="1417551"/>
                </a:lnTo>
                <a:lnTo>
                  <a:pt x="0" y="1417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023059" y="3370696"/>
            <a:ext cx="3372974" cy="3372974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58489">
                    <a:alpha val="100000"/>
                  </a:srgbClr>
                </a:gs>
                <a:gs pos="25000">
                  <a:srgbClr val="E7E4EF">
                    <a:alpha val="100000"/>
                  </a:srgbClr>
                </a:gs>
                <a:gs pos="50000">
                  <a:srgbClr val="858489">
                    <a:alpha val="100000"/>
                  </a:srgbClr>
                </a:gs>
                <a:gs pos="75000">
                  <a:srgbClr val="B9B9B9">
                    <a:alpha val="100000"/>
                  </a:srgbClr>
                </a:gs>
                <a:gs pos="100000">
                  <a:srgbClr val="8584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4"/>
              <a:stretch>
                <a:fillRect l="-97223" t="-7629" r="-97223" b="-7629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2228806" y="3576443"/>
            <a:ext cx="2961480" cy="296148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5"/>
              <a:stretch>
                <a:fillRect l="223" t="-26295" r="223" b="-5148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316803" y="3370696"/>
            <a:ext cx="3372974" cy="3372974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58489">
                    <a:alpha val="100000"/>
                  </a:srgbClr>
                </a:gs>
                <a:gs pos="25000">
                  <a:srgbClr val="E7E4EF">
                    <a:alpha val="100000"/>
                  </a:srgbClr>
                </a:gs>
                <a:gs pos="50000">
                  <a:srgbClr val="858489">
                    <a:alpha val="100000"/>
                  </a:srgbClr>
                </a:gs>
                <a:gs pos="75000">
                  <a:srgbClr val="B9B9B9">
                    <a:alpha val="100000"/>
                  </a:srgbClr>
                </a:gs>
                <a:gs pos="100000">
                  <a:srgbClr val="8584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4"/>
              <a:stretch>
                <a:fillRect l="-97223" t="-7629" r="-97223" b="-7629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7522550" y="3576443"/>
            <a:ext cx="2961480" cy="2961480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6"/>
              <a:stretch>
                <a:fillRect l="223" t="-29085" r="223" b="-4869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332613" y="3370696"/>
            <a:ext cx="3372974" cy="3372974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58489">
                    <a:alpha val="100000"/>
                  </a:srgbClr>
                </a:gs>
                <a:gs pos="25000">
                  <a:srgbClr val="E7E4EF">
                    <a:alpha val="100000"/>
                  </a:srgbClr>
                </a:gs>
                <a:gs pos="50000">
                  <a:srgbClr val="858489">
                    <a:alpha val="100000"/>
                  </a:srgbClr>
                </a:gs>
                <a:gs pos="75000">
                  <a:srgbClr val="B9B9B9">
                    <a:alpha val="100000"/>
                  </a:srgbClr>
                </a:gs>
                <a:gs pos="100000">
                  <a:srgbClr val="85848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4"/>
              <a:stretch>
                <a:fillRect l="-97223" t="-7629" r="-97223" b="-7629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538360" y="3576443"/>
            <a:ext cx="2961480" cy="2961480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7"/>
              <a:stretch>
                <a:fillRect l="223" t="-12586" r="-1727" b="-68672"/>
              </a:stretch>
            </a:blip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7522550" y="3576443"/>
            <a:ext cx="2961480" cy="2961480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6"/>
              <a:stretch>
                <a:fillRect l="-9604" t="-32283" r="223" b="-63042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true" rot="0">
            <a:off x="17037121" y="-314489"/>
            <a:ext cx="2217605" cy="1690924"/>
          </a:xfrm>
          <a:custGeom>
            <a:avLst/>
            <a:gdLst/>
            <a:ahLst/>
            <a:cxnLst/>
            <a:rect r="r" b="b" t="t" l="l"/>
            <a:pathLst>
              <a:path h="1690924" w="2217605">
                <a:moveTo>
                  <a:pt x="0" y="1690923"/>
                </a:moveTo>
                <a:lnTo>
                  <a:pt x="2217605" y="1690923"/>
                </a:lnTo>
                <a:lnTo>
                  <a:pt x="2217605" y="0"/>
                </a:lnTo>
                <a:lnTo>
                  <a:pt x="0" y="0"/>
                </a:lnTo>
                <a:lnTo>
                  <a:pt x="0" y="1690923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298152" y="7138942"/>
            <a:ext cx="503508" cy="352456"/>
          </a:xfrm>
          <a:custGeom>
            <a:avLst/>
            <a:gdLst/>
            <a:ahLst/>
            <a:cxnLst/>
            <a:rect r="r" b="b" t="t" l="l"/>
            <a:pathLst>
              <a:path h="352456" w="503508">
                <a:moveTo>
                  <a:pt x="0" y="0"/>
                </a:moveTo>
                <a:lnTo>
                  <a:pt x="503508" y="0"/>
                </a:lnTo>
                <a:lnTo>
                  <a:pt x="503508" y="352455"/>
                </a:lnTo>
                <a:lnTo>
                  <a:pt x="0" y="35245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316803" y="7138942"/>
            <a:ext cx="503508" cy="352456"/>
          </a:xfrm>
          <a:custGeom>
            <a:avLst/>
            <a:gdLst/>
            <a:ahLst/>
            <a:cxnLst/>
            <a:rect r="r" b="b" t="t" l="l"/>
            <a:pathLst>
              <a:path h="352456" w="503508">
                <a:moveTo>
                  <a:pt x="0" y="0"/>
                </a:moveTo>
                <a:lnTo>
                  <a:pt x="503508" y="0"/>
                </a:lnTo>
                <a:lnTo>
                  <a:pt x="503508" y="352455"/>
                </a:lnTo>
                <a:lnTo>
                  <a:pt x="0" y="352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546169" y="7138942"/>
            <a:ext cx="503508" cy="352456"/>
          </a:xfrm>
          <a:custGeom>
            <a:avLst/>
            <a:gdLst/>
            <a:ahLst/>
            <a:cxnLst/>
            <a:rect r="r" b="b" t="t" l="l"/>
            <a:pathLst>
              <a:path h="352456" w="503508">
                <a:moveTo>
                  <a:pt x="0" y="0"/>
                </a:moveTo>
                <a:lnTo>
                  <a:pt x="503508" y="0"/>
                </a:lnTo>
                <a:lnTo>
                  <a:pt x="503508" y="352455"/>
                </a:lnTo>
                <a:lnTo>
                  <a:pt x="0" y="3524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549906" y="6991953"/>
            <a:ext cx="2505598" cy="62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b="true" sz="2200" spc="-121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CRISTOBAL CORRAL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750491" y="6991953"/>
            <a:ext cx="2505598" cy="62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b="true" sz="2200" spc="-121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MATEO</a:t>
            </a:r>
          </a:p>
          <a:p>
            <a:pPr algn="ctr">
              <a:lnSpc>
                <a:spcPts val="2200"/>
              </a:lnSpc>
            </a:pPr>
            <a:r>
              <a:rPr lang="en-US" b="true" sz="2200" spc="-121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VADORA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66301" y="6991953"/>
            <a:ext cx="2505598" cy="62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b="true" sz="2200" spc="-121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PEDRO</a:t>
            </a:r>
          </a:p>
          <a:p>
            <a:pPr algn="ctr">
              <a:lnSpc>
                <a:spcPts val="2200"/>
              </a:lnSpc>
            </a:pPr>
            <a:r>
              <a:rPr lang="en-US" b="true" sz="2200" spc="-121">
                <a:solidFill>
                  <a:srgbClr val="FFFFFF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STORANI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527199"/>
            <a:ext cx="451540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TEAM PROJECTA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58676" y="7886669"/>
            <a:ext cx="25017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Co-Founder &amp; Agent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52419" y="7886669"/>
            <a:ext cx="25017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Co-Founder &amp; Agent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46987" y="7886669"/>
            <a:ext cx="27480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Recruiting Coordinator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7522550" y="8671241"/>
            <a:ext cx="2951248" cy="1967498"/>
          </a:xfrm>
          <a:custGeom>
            <a:avLst/>
            <a:gdLst/>
            <a:ahLst/>
            <a:cxnLst/>
            <a:rect r="r" b="b" t="t" l="l"/>
            <a:pathLst>
              <a:path h="1967498" w="2951248">
                <a:moveTo>
                  <a:pt x="0" y="0"/>
                </a:moveTo>
                <a:lnTo>
                  <a:pt x="2951247" y="0"/>
                </a:lnTo>
                <a:lnTo>
                  <a:pt x="2951247" y="1967499"/>
                </a:lnTo>
                <a:lnTo>
                  <a:pt x="0" y="196749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6925926" y="-1312024"/>
            <a:ext cx="7315200" cy="3685032"/>
          </a:xfrm>
          <a:custGeom>
            <a:avLst/>
            <a:gdLst/>
            <a:ahLst/>
            <a:cxnLst/>
            <a:rect r="r" b="b" t="t" l="l"/>
            <a:pathLst>
              <a:path h="3685032" w="7315200">
                <a:moveTo>
                  <a:pt x="0" y="3685032"/>
                </a:moveTo>
                <a:lnTo>
                  <a:pt x="7315200" y="3685032"/>
                </a:lnTo>
                <a:lnTo>
                  <a:pt x="7315200" y="0"/>
                </a:lnTo>
                <a:lnTo>
                  <a:pt x="0" y="0"/>
                </a:lnTo>
                <a:lnTo>
                  <a:pt x="0" y="36850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86576" y="5682119"/>
            <a:ext cx="3291718" cy="3102931"/>
            <a:chOff x="0" y="0"/>
            <a:chExt cx="866955" cy="8172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35262" y="5682119"/>
            <a:ext cx="3291718" cy="3102931"/>
            <a:chOff x="0" y="0"/>
            <a:chExt cx="866955" cy="8172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2727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79430" y="5682119"/>
            <a:ext cx="3291718" cy="3102931"/>
            <a:chOff x="0" y="0"/>
            <a:chExt cx="866955" cy="8172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2727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323598" y="5682119"/>
            <a:ext cx="3291718" cy="3102931"/>
            <a:chOff x="0" y="0"/>
            <a:chExt cx="866955" cy="817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6955" cy="817233"/>
            </a:xfrm>
            <a:custGeom>
              <a:avLst/>
              <a:gdLst/>
              <a:ahLst/>
              <a:cxnLst/>
              <a:rect r="r" b="b" t="t" l="l"/>
              <a:pathLst>
                <a:path h="817233" w="866955">
                  <a:moveTo>
                    <a:pt x="119949" y="0"/>
                  </a:moveTo>
                  <a:lnTo>
                    <a:pt x="747006" y="0"/>
                  </a:lnTo>
                  <a:cubicBezTo>
                    <a:pt x="813252" y="0"/>
                    <a:pt x="866955" y="53703"/>
                    <a:pt x="866955" y="119949"/>
                  </a:cubicBezTo>
                  <a:lnTo>
                    <a:pt x="866955" y="697284"/>
                  </a:lnTo>
                  <a:cubicBezTo>
                    <a:pt x="866955" y="763530"/>
                    <a:pt x="813252" y="817233"/>
                    <a:pt x="747006" y="817233"/>
                  </a:cubicBezTo>
                  <a:lnTo>
                    <a:pt x="119949" y="817233"/>
                  </a:lnTo>
                  <a:cubicBezTo>
                    <a:pt x="53703" y="817233"/>
                    <a:pt x="0" y="763530"/>
                    <a:pt x="0" y="697284"/>
                  </a:cubicBezTo>
                  <a:lnTo>
                    <a:pt x="0" y="119949"/>
                  </a:lnTo>
                  <a:cubicBezTo>
                    <a:pt x="0" y="53703"/>
                    <a:pt x="53703" y="0"/>
                    <a:pt x="119949" y="0"/>
                  </a:cubicBezTo>
                  <a:close/>
                </a:path>
              </a:pathLst>
            </a:custGeom>
            <a:solidFill>
              <a:srgbClr val="272727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66955" cy="86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09062" y="765542"/>
            <a:ext cx="10318214" cy="3934552"/>
            <a:chOff x="0" y="0"/>
            <a:chExt cx="1748649" cy="666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8649" cy="666797"/>
            </a:xfrm>
            <a:custGeom>
              <a:avLst/>
              <a:gdLst/>
              <a:ahLst/>
              <a:cxnLst/>
              <a:rect r="r" b="b" t="t" l="l"/>
              <a:pathLst>
                <a:path h="666797" w="1748649">
                  <a:moveTo>
                    <a:pt x="33014" y="0"/>
                  </a:moveTo>
                  <a:lnTo>
                    <a:pt x="1715635" y="0"/>
                  </a:lnTo>
                  <a:cubicBezTo>
                    <a:pt x="1733868" y="0"/>
                    <a:pt x="1748649" y="14781"/>
                    <a:pt x="1748649" y="33014"/>
                  </a:cubicBezTo>
                  <a:lnTo>
                    <a:pt x="1748649" y="633783"/>
                  </a:lnTo>
                  <a:cubicBezTo>
                    <a:pt x="1748649" y="652016"/>
                    <a:pt x="1733868" y="666797"/>
                    <a:pt x="1715635" y="666797"/>
                  </a:cubicBezTo>
                  <a:lnTo>
                    <a:pt x="33014" y="666797"/>
                  </a:lnTo>
                  <a:cubicBezTo>
                    <a:pt x="14781" y="666797"/>
                    <a:pt x="0" y="652016"/>
                    <a:pt x="0" y="633783"/>
                  </a:cubicBezTo>
                  <a:lnTo>
                    <a:pt x="0" y="33014"/>
                  </a:lnTo>
                  <a:cubicBezTo>
                    <a:pt x="0" y="14781"/>
                    <a:pt x="14781" y="0"/>
                    <a:pt x="3301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1351" r="0" b="-255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786576" y="3887739"/>
            <a:ext cx="1306454" cy="119214"/>
          </a:xfrm>
          <a:custGeom>
            <a:avLst/>
            <a:gdLst/>
            <a:ahLst/>
            <a:cxnLst/>
            <a:rect r="r" b="b" t="t" l="l"/>
            <a:pathLst>
              <a:path h="119214" w="1306454">
                <a:moveTo>
                  <a:pt x="0" y="0"/>
                </a:moveTo>
                <a:lnTo>
                  <a:pt x="1306454" y="0"/>
                </a:lnTo>
                <a:lnTo>
                  <a:pt x="1306454" y="119214"/>
                </a:lnTo>
                <a:lnTo>
                  <a:pt x="0" y="119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36264" y="6075823"/>
            <a:ext cx="978049" cy="967046"/>
          </a:xfrm>
          <a:custGeom>
            <a:avLst/>
            <a:gdLst/>
            <a:ahLst/>
            <a:cxnLst/>
            <a:rect r="r" b="b" t="t" l="l"/>
            <a:pathLst>
              <a:path h="967046" w="978049">
                <a:moveTo>
                  <a:pt x="0" y="0"/>
                </a:moveTo>
                <a:lnTo>
                  <a:pt x="978050" y="0"/>
                </a:lnTo>
                <a:lnTo>
                  <a:pt x="978050" y="967046"/>
                </a:lnTo>
                <a:lnTo>
                  <a:pt x="0" y="9670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435921" y="5930985"/>
            <a:ext cx="1067072" cy="1256723"/>
          </a:xfrm>
          <a:custGeom>
            <a:avLst/>
            <a:gdLst/>
            <a:ahLst/>
            <a:cxnLst/>
            <a:rect r="r" b="b" t="t" l="l"/>
            <a:pathLst>
              <a:path h="1256723" w="1067072">
                <a:moveTo>
                  <a:pt x="0" y="0"/>
                </a:moveTo>
                <a:lnTo>
                  <a:pt x="1067072" y="0"/>
                </a:lnTo>
                <a:lnTo>
                  <a:pt x="1067072" y="1256722"/>
                </a:lnTo>
                <a:lnTo>
                  <a:pt x="0" y="12567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868258" y="6000105"/>
            <a:ext cx="1128354" cy="1118481"/>
          </a:xfrm>
          <a:custGeom>
            <a:avLst/>
            <a:gdLst/>
            <a:ahLst/>
            <a:cxnLst/>
            <a:rect r="r" b="b" t="t" l="l"/>
            <a:pathLst>
              <a:path h="1118481" w="1128354">
                <a:moveTo>
                  <a:pt x="0" y="0"/>
                </a:moveTo>
                <a:lnTo>
                  <a:pt x="1128354" y="0"/>
                </a:lnTo>
                <a:lnTo>
                  <a:pt x="1128354" y="1118481"/>
                </a:lnTo>
                <a:lnTo>
                  <a:pt x="0" y="11184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13617" y="6062630"/>
            <a:ext cx="1135009" cy="1125077"/>
          </a:xfrm>
          <a:custGeom>
            <a:avLst/>
            <a:gdLst/>
            <a:ahLst/>
            <a:cxnLst/>
            <a:rect r="r" b="b" t="t" l="l"/>
            <a:pathLst>
              <a:path h="1125077" w="1135009">
                <a:moveTo>
                  <a:pt x="0" y="0"/>
                </a:moveTo>
                <a:lnTo>
                  <a:pt x="1135009" y="0"/>
                </a:lnTo>
                <a:lnTo>
                  <a:pt x="1135009" y="1125077"/>
                </a:lnTo>
                <a:lnTo>
                  <a:pt x="0" y="11250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86576" y="1660580"/>
            <a:ext cx="632073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Business Model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30994" y="7394306"/>
            <a:ext cx="260288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CFCFB"/>
                </a:solidFill>
                <a:latin typeface="TT Firs Neue"/>
                <a:ea typeface="TT Firs Neue"/>
                <a:cs typeface="TT Firs Neue"/>
                <a:sym typeface="TT Firs Neue"/>
              </a:rPr>
              <a:t>Búsqueda de becas y acercamiento universitario.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92401" y="7394306"/>
            <a:ext cx="277292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CFCFB"/>
                </a:solidFill>
                <a:latin typeface="TT Firs Neue"/>
                <a:ea typeface="TT Firs Neue"/>
                <a:cs typeface="TT Firs Neue"/>
                <a:sym typeface="TT Firs Neue"/>
              </a:rPr>
              <a:t>Asesoramiento completo para obtención de visa F-1 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3848" y="7394306"/>
            <a:ext cx="260288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CFCFB"/>
                </a:solidFill>
                <a:latin typeface="TT Firs Neue"/>
                <a:ea typeface="TT Firs Neue"/>
                <a:cs typeface="TT Firs Neue"/>
                <a:sym typeface="TT Firs Neue"/>
              </a:rPr>
              <a:t>Grabación y edición profesional de video deportivo.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68016" y="7394306"/>
            <a:ext cx="260288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FCFCFB"/>
                </a:solidFill>
                <a:latin typeface="TT Firs Neue"/>
                <a:ea typeface="TT Firs Neue"/>
                <a:cs typeface="TT Firs Neue"/>
                <a:sym typeface="TT Firs Neue"/>
              </a:rPr>
              <a:t>Evaluaciones psicodeportivas para el jugador.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63613"/>
            <a:ext cx="657858" cy="657858"/>
          </a:xfrm>
          <a:custGeom>
            <a:avLst/>
            <a:gdLst/>
            <a:ahLst/>
            <a:cxnLst/>
            <a:rect r="r" b="b" t="t" l="l"/>
            <a:pathLst>
              <a:path h="657858" w="657858">
                <a:moveTo>
                  <a:pt x="0" y="0"/>
                </a:moveTo>
                <a:lnTo>
                  <a:pt x="657858" y="0"/>
                </a:lnTo>
                <a:lnTo>
                  <a:pt x="657858" y="657858"/>
                </a:lnTo>
                <a:lnTo>
                  <a:pt x="0" y="657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321696"/>
            <a:ext cx="681740" cy="681740"/>
          </a:xfrm>
          <a:custGeom>
            <a:avLst/>
            <a:gdLst/>
            <a:ahLst/>
            <a:cxnLst/>
            <a:rect r="r" b="b" t="t" l="l"/>
            <a:pathLst>
              <a:path h="681740" w="681740">
                <a:moveTo>
                  <a:pt x="0" y="0"/>
                </a:moveTo>
                <a:lnTo>
                  <a:pt x="681740" y="0"/>
                </a:lnTo>
                <a:lnTo>
                  <a:pt x="681740" y="681740"/>
                </a:lnTo>
                <a:lnTo>
                  <a:pt x="0" y="681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8768211" y="3132342"/>
            <a:ext cx="8463085" cy="4263279"/>
          </a:xfrm>
          <a:custGeom>
            <a:avLst/>
            <a:gdLst/>
            <a:ahLst/>
            <a:cxnLst/>
            <a:rect r="r" b="b" t="t" l="l"/>
            <a:pathLst>
              <a:path h="4263279" w="8463085">
                <a:moveTo>
                  <a:pt x="0" y="4263278"/>
                </a:moveTo>
                <a:lnTo>
                  <a:pt x="8463085" y="4263278"/>
                </a:lnTo>
                <a:lnTo>
                  <a:pt x="8463085" y="0"/>
                </a:lnTo>
                <a:lnTo>
                  <a:pt x="0" y="0"/>
                </a:lnTo>
                <a:lnTo>
                  <a:pt x="0" y="426327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56693" y="1351872"/>
            <a:ext cx="3486121" cy="3478909"/>
            <a:chOff x="0" y="0"/>
            <a:chExt cx="1210563" cy="1208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0563" cy="1208058"/>
            </a:xfrm>
            <a:custGeom>
              <a:avLst/>
              <a:gdLst/>
              <a:ahLst/>
              <a:cxnLst/>
              <a:rect r="r" b="b" t="t" l="l"/>
              <a:pathLst>
                <a:path h="1208058" w="1210563">
                  <a:moveTo>
                    <a:pt x="97714" y="0"/>
                  </a:moveTo>
                  <a:lnTo>
                    <a:pt x="1112848" y="0"/>
                  </a:lnTo>
                  <a:cubicBezTo>
                    <a:pt x="1166814" y="0"/>
                    <a:pt x="1210563" y="43748"/>
                    <a:pt x="1210563" y="97714"/>
                  </a:cubicBezTo>
                  <a:lnTo>
                    <a:pt x="1210563" y="1110344"/>
                  </a:lnTo>
                  <a:cubicBezTo>
                    <a:pt x="1210563" y="1136259"/>
                    <a:pt x="1200268" y="1161113"/>
                    <a:pt x="1181943" y="1179438"/>
                  </a:cubicBezTo>
                  <a:cubicBezTo>
                    <a:pt x="1163618" y="1197763"/>
                    <a:pt x="1138764" y="1208058"/>
                    <a:pt x="1112848" y="1208058"/>
                  </a:cubicBezTo>
                  <a:lnTo>
                    <a:pt x="97714" y="1208058"/>
                  </a:lnTo>
                  <a:cubicBezTo>
                    <a:pt x="71799" y="1208058"/>
                    <a:pt x="46945" y="1197763"/>
                    <a:pt x="28620" y="1179438"/>
                  </a:cubicBezTo>
                  <a:cubicBezTo>
                    <a:pt x="10295" y="1161113"/>
                    <a:pt x="0" y="1136259"/>
                    <a:pt x="0" y="1110344"/>
                  </a:cubicBezTo>
                  <a:lnTo>
                    <a:pt x="0" y="97714"/>
                  </a:lnTo>
                  <a:cubicBezTo>
                    <a:pt x="0" y="43748"/>
                    <a:pt x="43748" y="0"/>
                    <a:pt x="97714" y="0"/>
                  </a:cubicBezTo>
                  <a:close/>
                </a:path>
              </a:pathLst>
            </a:custGeom>
            <a:blipFill>
              <a:blip r:embed="rId9"/>
              <a:stretch>
                <a:fillRect l="-95072" t="0" r="-10393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263981"/>
            <a:ext cx="3294734" cy="3478909"/>
            <a:chOff x="0" y="0"/>
            <a:chExt cx="1144103" cy="12080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4103" cy="1208058"/>
            </a:xfrm>
            <a:custGeom>
              <a:avLst/>
              <a:gdLst/>
              <a:ahLst/>
              <a:cxnLst/>
              <a:rect r="r" b="b" t="t" l="l"/>
              <a:pathLst>
                <a:path h="1208058" w="1144103">
                  <a:moveTo>
                    <a:pt x="103391" y="0"/>
                  </a:moveTo>
                  <a:lnTo>
                    <a:pt x="1040712" y="0"/>
                  </a:lnTo>
                  <a:cubicBezTo>
                    <a:pt x="1097813" y="0"/>
                    <a:pt x="1144103" y="46290"/>
                    <a:pt x="1144103" y="103391"/>
                  </a:cubicBezTo>
                  <a:lnTo>
                    <a:pt x="1144103" y="1104668"/>
                  </a:lnTo>
                  <a:cubicBezTo>
                    <a:pt x="1144103" y="1161769"/>
                    <a:pt x="1097813" y="1208058"/>
                    <a:pt x="1040712" y="1208058"/>
                  </a:cubicBezTo>
                  <a:lnTo>
                    <a:pt x="103391" y="1208058"/>
                  </a:lnTo>
                  <a:cubicBezTo>
                    <a:pt x="46290" y="1208058"/>
                    <a:pt x="0" y="1161769"/>
                    <a:pt x="0" y="1104668"/>
                  </a:cubicBezTo>
                  <a:lnTo>
                    <a:pt x="0" y="103391"/>
                  </a:lnTo>
                  <a:cubicBezTo>
                    <a:pt x="0" y="46290"/>
                    <a:pt x="46290" y="0"/>
                    <a:pt x="103391" y="0"/>
                  </a:cubicBezTo>
                  <a:close/>
                </a:path>
              </a:pathLst>
            </a:custGeom>
            <a:blipFill>
              <a:blip r:embed="rId9"/>
              <a:stretch>
                <a:fillRect l="-16126" t="0" r="-20024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868873" y="5263981"/>
            <a:ext cx="3390427" cy="3478909"/>
            <a:chOff x="0" y="0"/>
            <a:chExt cx="1177333" cy="12080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7333" cy="1208058"/>
            </a:xfrm>
            <a:custGeom>
              <a:avLst/>
              <a:gdLst/>
              <a:ahLst/>
              <a:cxnLst/>
              <a:rect r="r" b="b" t="t" l="l"/>
              <a:pathLst>
                <a:path h="1208058" w="1177333">
                  <a:moveTo>
                    <a:pt x="100472" y="0"/>
                  </a:moveTo>
                  <a:lnTo>
                    <a:pt x="1076860" y="0"/>
                  </a:lnTo>
                  <a:cubicBezTo>
                    <a:pt x="1132350" y="0"/>
                    <a:pt x="1177333" y="44983"/>
                    <a:pt x="1177333" y="100472"/>
                  </a:cubicBezTo>
                  <a:lnTo>
                    <a:pt x="1177333" y="1107586"/>
                  </a:lnTo>
                  <a:cubicBezTo>
                    <a:pt x="1177333" y="1163075"/>
                    <a:pt x="1132350" y="1208058"/>
                    <a:pt x="1076860" y="1208058"/>
                  </a:cubicBezTo>
                  <a:lnTo>
                    <a:pt x="100472" y="1208058"/>
                  </a:lnTo>
                  <a:cubicBezTo>
                    <a:pt x="73825" y="1208058"/>
                    <a:pt x="48270" y="1197473"/>
                    <a:pt x="29428" y="1178631"/>
                  </a:cubicBezTo>
                  <a:cubicBezTo>
                    <a:pt x="10585" y="1159788"/>
                    <a:pt x="0" y="1134233"/>
                    <a:pt x="0" y="1107586"/>
                  </a:cubicBezTo>
                  <a:lnTo>
                    <a:pt x="0" y="100472"/>
                  </a:lnTo>
                  <a:cubicBezTo>
                    <a:pt x="0" y="73825"/>
                    <a:pt x="10585" y="48270"/>
                    <a:pt x="29428" y="29428"/>
                  </a:cubicBezTo>
                  <a:cubicBezTo>
                    <a:pt x="48270" y="10585"/>
                    <a:pt x="73825" y="0"/>
                    <a:pt x="100472" y="0"/>
                  </a:cubicBezTo>
                  <a:close/>
                </a:path>
              </a:pathLst>
            </a:custGeom>
            <a:blipFill>
              <a:blip r:embed="rId9"/>
              <a:stretch>
                <a:fillRect l="-190021" t="0" r="-174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990600"/>
            <a:ext cx="6320730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PROGRAMAS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5424" y="4030617"/>
            <a:ext cx="145149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PROJECTA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5424" y="6500641"/>
            <a:ext cx="256008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TRANSFER PORTAL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087463" y="9487351"/>
            <a:ext cx="4722193" cy="997563"/>
          </a:xfrm>
          <a:custGeom>
            <a:avLst/>
            <a:gdLst/>
            <a:ahLst/>
            <a:cxnLst/>
            <a:rect r="r" b="b" t="t" l="l"/>
            <a:pathLst>
              <a:path h="997563" w="4722193">
                <a:moveTo>
                  <a:pt x="0" y="0"/>
                </a:moveTo>
                <a:lnTo>
                  <a:pt x="4722194" y="0"/>
                </a:lnTo>
                <a:lnTo>
                  <a:pt x="4722194" y="997564"/>
                </a:lnTo>
                <a:lnTo>
                  <a:pt x="0" y="997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35424" y="4592638"/>
            <a:ext cx="439809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Proceso de preparación académica, deportiva, y migratoria. Aplica para jugadores que estén comenzando el proceso hacia Estados Unidos.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35424" y="7062616"/>
            <a:ext cx="439809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Proceso para aquellos jugadores ya situados en USA que busquen transferirse de una universidad a otra.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37560" y="7433058"/>
            <a:ext cx="1419632" cy="5070116"/>
          </a:xfrm>
          <a:custGeom>
            <a:avLst/>
            <a:gdLst/>
            <a:ahLst/>
            <a:cxnLst/>
            <a:rect r="r" b="b" t="t" l="l"/>
            <a:pathLst>
              <a:path h="5070116" w="1419632">
                <a:moveTo>
                  <a:pt x="0" y="0"/>
                </a:moveTo>
                <a:lnTo>
                  <a:pt x="1419632" y="0"/>
                </a:lnTo>
                <a:lnTo>
                  <a:pt x="1419632" y="5070116"/>
                </a:lnTo>
                <a:lnTo>
                  <a:pt x="0" y="5070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595" y="3486728"/>
            <a:ext cx="687781" cy="687781"/>
          </a:xfrm>
          <a:custGeom>
            <a:avLst/>
            <a:gdLst/>
            <a:ahLst/>
            <a:cxnLst/>
            <a:rect r="r" b="b" t="t" l="l"/>
            <a:pathLst>
              <a:path h="687781" w="687781">
                <a:moveTo>
                  <a:pt x="0" y="0"/>
                </a:moveTo>
                <a:lnTo>
                  <a:pt x="687781" y="0"/>
                </a:lnTo>
                <a:lnTo>
                  <a:pt x="687781" y="687781"/>
                </a:lnTo>
                <a:lnTo>
                  <a:pt x="0" y="687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9595" y="5879187"/>
            <a:ext cx="681740" cy="681740"/>
          </a:xfrm>
          <a:custGeom>
            <a:avLst/>
            <a:gdLst/>
            <a:ahLst/>
            <a:cxnLst/>
            <a:rect r="r" b="b" t="t" l="l"/>
            <a:pathLst>
              <a:path h="681740" w="681740">
                <a:moveTo>
                  <a:pt x="0" y="0"/>
                </a:moveTo>
                <a:lnTo>
                  <a:pt x="681740" y="0"/>
                </a:lnTo>
                <a:lnTo>
                  <a:pt x="681740" y="681739"/>
                </a:lnTo>
                <a:lnTo>
                  <a:pt x="0" y="6817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77015" y="3486728"/>
            <a:ext cx="639974" cy="639974"/>
          </a:xfrm>
          <a:custGeom>
            <a:avLst/>
            <a:gdLst/>
            <a:ahLst/>
            <a:cxnLst/>
            <a:rect r="r" b="b" t="t" l="l"/>
            <a:pathLst>
              <a:path h="639974" w="639974">
                <a:moveTo>
                  <a:pt x="0" y="0"/>
                </a:moveTo>
                <a:lnTo>
                  <a:pt x="639974" y="0"/>
                </a:lnTo>
                <a:lnTo>
                  <a:pt x="639974" y="639974"/>
                </a:lnTo>
                <a:lnTo>
                  <a:pt x="0" y="63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77015" y="5879187"/>
            <a:ext cx="639974" cy="639974"/>
          </a:xfrm>
          <a:custGeom>
            <a:avLst/>
            <a:gdLst/>
            <a:ahLst/>
            <a:cxnLst/>
            <a:rect r="r" b="b" t="t" l="l"/>
            <a:pathLst>
              <a:path h="639974" w="639974">
                <a:moveTo>
                  <a:pt x="0" y="0"/>
                </a:moveTo>
                <a:lnTo>
                  <a:pt x="639974" y="0"/>
                </a:lnTo>
                <a:lnTo>
                  <a:pt x="639974" y="639973"/>
                </a:lnTo>
                <a:lnTo>
                  <a:pt x="0" y="639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27199"/>
            <a:ext cx="4969951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¿CÓMO                FUNCIONA?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3769" y="3447434"/>
            <a:ext cx="463733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Una vez iniciado y contratado el servicio, generamos el perfil deportivo del jugador. (Esta será tu carta de presentación para las universidades)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63769" y="5844559"/>
            <a:ext cx="463733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Gestionamos ofertas de beca en universidades de Estados Unidos acorde a tu perfil (deportivo + académico + presupuesto).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6064" y="3447434"/>
            <a:ext cx="463733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Te guiamos y asesoramos durante el proceso de preparación académica, visado, y elegibilidad para calificar en el sistema educacional y deportivo de E.E.U.U.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36064" y="5831562"/>
            <a:ext cx="4637330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Al completar satisfactoriamente los requisitos académicos y de elegibilidad, como también firmado el contrato con la universidad, te guiaremos y preparemos para los procedimientos de visa previo a tu arrivo a USA.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898203" y="510998"/>
            <a:ext cx="4722193" cy="4722193"/>
          </a:xfrm>
          <a:custGeom>
            <a:avLst/>
            <a:gdLst/>
            <a:ahLst/>
            <a:cxnLst/>
            <a:rect r="r" b="b" t="t" l="l"/>
            <a:pathLst>
              <a:path h="4722193" w="4722193">
                <a:moveTo>
                  <a:pt x="0" y="0"/>
                </a:moveTo>
                <a:lnTo>
                  <a:pt x="4722194" y="0"/>
                </a:lnTo>
                <a:lnTo>
                  <a:pt x="4722194" y="4722194"/>
                </a:lnTo>
                <a:lnTo>
                  <a:pt x="0" y="4722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29634" y="583371"/>
            <a:ext cx="1029666" cy="1029666"/>
          </a:xfrm>
          <a:custGeom>
            <a:avLst/>
            <a:gdLst/>
            <a:ahLst/>
            <a:cxnLst/>
            <a:rect r="r" b="b" t="t" l="l"/>
            <a:pathLst>
              <a:path h="1029666" w="1029666">
                <a:moveTo>
                  <a:pt x="0" y="0"/>
                </a:moveTo>
                <a:lnTo>
                  <a:pt x="1029666" y="0"/>
                </a:lnTo>
                <a:lnTo>
                  <a:pt x="1029666" y="1029666"/>
                </a:lnTo>
                <a:lnTo>
                  <a:pt x="0" y="10296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255866" y="-1055338"/>
            <a:ext cx="2305993" cy="2873512"/>
          </a:xfrm>
          <a:custGeom>
            <a:avLst/>
            <a:gdLst/>
            <a:ahLst/>
            <a:cxnLst/>
            <a:rect r="r" b="b" t="t" l="l"/>
            <a:pathLst>
              <a:path h="2873512" w="2305993">
                <a:moveTo>
                  <a:pt x="0" y="2873512"/>
                </a:moveTo>
                <a:lnTo>
                  <a:pt x="2305993" y="2873512"/>
                </a:lnTo>
                <a:lnTo>
                  <a:pt x="2305993" y="0"/>
                </a:lnTo>
                <a:lnTo>
                  <a:pt x="0" y="0"/>
                </a:lnTo>
                <a:lnTo>
                  <a:pt x="0" y="2873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342" y="9487359"/>
            <a:ext cx="4010740" cy="1599282"/>
          </a:xfrm>
          <a:custGeom>
            <a:avLst/>
            <a:gdLst/>
            <a:ahLst/>
            <a:cxnLst/>
            <a:rect r="r" b="b" t="t" l="l"/>
            <a:pathLst>
              <a:path h="1599282" w="4010740">
                <a:moveTo>
                  <a:pt x="0" y="0"/>
                </a:moveTo>
                <a:lnTo>
                  <a:pt x="4010740" y="0"/>
                </a:lnTo>
                <a:lnTo>
                  <a:pt x="4010740" y="1599282"/>
                </a:lnTo>
                <a:lnTo>
                  <a:pt x="0" y="1599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19408" y="8663904"/>
            <a:ext cx="542451" cy="823454"/>
          </a:xfrm>
          <a:custGeom>
            <a:avLst/>
            <a:gdLst/>
            <a:ahLst/>
            <a:cxnLst/>
            <a:rect r="r" b="b" t="t" l="l"/>
            <a:pathLst>
              <a:path h="823454" w="542451">
                <a:moveTo>
                  <a:pt x="0" y="0"/>
                </a:moveTo>
                <a:lnTo>
                  <a:pt x="542451" y="0"/>
                </a:lnTo>
                <a:lnTo>
                  <a:pt x="542451" y="823455"/>
                </a:lnTo>
                <a:lnTo>
                  <a:pt x="0" y="8234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82329"/>
            <a:ext cx="4791315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PERFIL DEPORTIV0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74358" y="1664039"/>
            <a:ext cx="6299999" cy="8219082"/>
            <a:chOff x="0" y="0"/>
            <a:chExt cx="815854" cy="10643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854" cy="1064377"/>
            </a:xfrm>
            <a:custGeom>
              <a:avLst/>
              <a:gdLst/>
              <a:ahLst/>
              <a:cxnLst/>
              <a:rect r="r" b="b" t="t" l="l"/>
              <a:pathLst>
                <a:path h="1064377" w="815854">
                  <a:moveTo>
                    <a:pt x="54071" y="0"/>
                  </a:moveTo>
                  <a:lnTo>
                    <a:pt x="761784" y="0"/>
                  </a:lnTo>
                  <a:cubicBezTo>
                    <a:pt x="791646" y="0"/>
                    <a:pt x="815854" y="24208"/>
                    <a:pt x="815854" y="54071"/>
                  </a:cubicBezTo>
                  <a:lnTo>
                    <a:pt x="815854" y="1010306"/>
                  </a:lnTo>
                  <a:cubicBezTo>
                    <a:pt x="815854" y="1040169"/>
                    <a:pt x="791646" y="1064377"/>
                    <a:pt x="761784" y="1064377"/>
                  </a:cubicBezTo>
                  <a:lnTo>
                    <a:pt x="54071" y="1064377"/>
                  </a:lnTo>
                  <a:cubicBezTo>
                    <a:pt x="24208" y="1064377"/>
                    <a:pt x="0" y="1040169"/>
                    <a:pt x="0" y="1010306"/>
                  </a:cubicBezTo>
                  <a:lnTo>
                    <a:pt x="0" y="54071"/>
                  </a:lnTo>
                  <a:cubicBezTo>
                    <a:pt x="0" y="24208"/>
                    <a:pt x="24208" y="0"/>
                    <a:pt x="54071" y="0"/>
                  </a:cubicBezTo>
                  <a:close/>
                </a:path>
              </a:pathLst>
            </a:custGeom>
            <a:blipFill>
              <a:blip r:embed="rId8"/>
              <a:stretch>
                <a:fillRect l="-24332" t="0" r="-71359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6574357" y="9239250"/>
            <a:ext cx="29997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741109" y="3769634"/>
            <a:ext cx="4078701" cy="179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3565208" y="3830003"/>
            <a:ext cx="246697" cy="246697"/>
            <a:chOff x="0" y="0"/>
            <a:chExt cx="328930" cy="3289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559" y="48585"/>
              <a:ext cx="223761" cy="228516"/>
            </a:xfrm>
            <a:custGeom>
              <a:avLst/>
              <a:gdLst/>
              <a:ahLst/>
              <a:cxnLst/>
              <a:rect r="r" b="b" t="t" l="l"/>
              <a:pathLst>
                <a:path h="228516" w="223761">
                  <a:moveTo>
                    <a:pt x="223761" y="79685"/>
                  </a:moveTo>
                  <a:cubicBezTo>
                    <a:pt x="223761" y="152075"/>
                    <a:pt x="214871" y="171125"/>
                    <a:pt x="204711" y="185095"/>
                  </a:cubicBezTo>
                  <a:cubicBezTo>
                    <a:pt x="193281" y="199065"/>
                    <a:pt x="178041" y="211765"/>
                    <a:pt x="161531" y="218115"/>
                  </a:cubicBezTo>
                  <a:cubicBezTo>
                    <a:pt x="145021" y="225735"/>
                    <a:pt x="124701" y="229545"/>
                    <a:pt x="106921" y="228275"/>
                  </a:cubicBezTo>
                  <a:cubicBezTo>
                    <a:pt x="90411" y="227005"/>
                    <a:pt x="70091" y="220655"/>
                    <a:pt x="54851" y="211765"/>
                  </a:cubicBezTo>
                  <a:cubicBezTo>
                    <a:pt x="39611" y="202875"/>
                    <a:pt x="25641" y="188905"/>
                    <a:pt x="16751" y="173665"/>
                  </a:cubicBezTo>
                  <a:cubicBezTo>
                    <a:pt x="7861" y="158425"/>
                    <a:pt x="1511" y="139375"/>
                    <a:pt x="241" y="121595"/>
                  </a:cubicBezTo>
                  <a:cubicBezTo>
                    <a:pt x="-1029" y="103815"/>
                    <a:pt x="2781" y="83495"/>
                    <a:pt x="10401" y="66985"/>
                  </a:cubicBezTo>
                  <a:cubicBezTo>
                    <a:pt x="18021" y="51745"/>
                    <a:pt x="29451" y="35235"/>
                    <a:pt x="43421" y="23805"/>
                  </a:cubicBezTo>
                  <a:cubicBezTo>
                    <a:pt x="57391" y="13645"/>
                    <a:pt x="76441" y="4755"/>
                    <a:pt x="94221" y="2215"/>
                  </a:cubicBezTo>
                  <a:cubicBezTo>
                    <a:pt x="110731" y="-1595"/>
                    <a:pt x="131051" y="-325"/>
                    <a:pt x="148831" y="4755"/>
                  </a:cubicBezTo>
                  <a:cubicBezTo>
                    <a:pt x="165341" y="9835"/>
                    <a:pt x="195821" y="33965"/>
                    <a:pt x="195821" y="33965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469958" y="3868103"/>
            <a:ext cx="246697" cy="246697"/>
            <a:chOff x="0" y="0"/>
            <a:chExt cx="328930" cy="328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557" y="48585"/>
              <a:ext cx="222493" cy="228516"/>
            </a:xfrm>
            <a:custGeom>
              <a:avLst/>
              <a:gdLst/>
              <a:ahLst/>
              <a:cxnLst/>
              <a:rect r="r" b="b" t="t" l="l"/>
              <a:pathLst>
                <a:path h="228516" w="222493">
                  <a:moveTo>
                    <a:pt x="222493" y="80955"/>
                  </a:moveTo>
                  <a:cubicBezTo>
                    <a:pt x="222493" y="152075"/>
                    <a:pt x="214873" y="171125"/>
                    <a:pt x="203443" y="185095"/>
                  </a:cubicBezTo>
                  <a:cubicBezTo>
                    <a:pt x="193283" y="199065"/>
                    <a:pt x="176773" y="211765"/>
                    <a:pt x="160263" y="218115"/>
                  </a:cubicBezTo>
                  <a:cubicBezTo>
                    <a:pt x="145023" y="225735"/>
                    <a:pt x="124703" y="229545"/>
                    <a:pt x="106923" y="228275"/>
                  </a:cubicBezTo>
                  <a:cubicBezTo>
                    <a:pt x="89143" y="227005"/>
                    <a:pt x="70093" y="221925"/>
                    <a:pt x="54853" y="211765"/>
                  </a:cubicBezTo>
                  <a:cubicBezTo>
                    <a:pt x="39613" y="202875"/>
                    <a:pt x="25643" y="188905"/>
                    <a:pt x="15483" y="173665"/>
                  </a:cubicBezTo>
                  <a:cubicBezTo>
                    <a:pt x="6593" y="158425"/>
                    <a:pt x="243" y="139375"/>
                    <a:pt x="243" y="121595"/>
                  </a:cubicBezTo>
                  <a:cubicBezTo>
                    <a:pt x="-1027" y="103815"/>
                    <a:pt x="2783" y="83495"/>
                    <a:pt x="9133" y="66985"/>
                  </a:cubicBezTo>
                  <a:cubicBezTo>
                    <a:pt x="16753" y="51745"/>
                    <a:pt x="29453" y="35235"/>
                    <a:pt x="43423" y="25075"/>
                  </a:cubicBezTo>
                  <a:cubicBezTo>
                    <a:pt x="57393" y="13645"/>
                    <a:pt x="76443" y="4755"/>
                    <a:pt x="92953" y="2215"/>
                  </a:cubicBezTo>
                  <a:cubicBezTo>
                    <a:pt x="110733" y="-1595"/>
                    <a:pt x="131053" y="-325"/>
                    <a:pt x="147563" y="4755"/>
                  </a:cubicBezTo>
                  <a:cubicBezTo>
                    <a:pt x="165343" y="11105"/>
                    <a:pt x="194553" y="33965"/>
                    <a:pt x="194553" y="33965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909060" y="3732847"/>
            <a:ext cx="249555" cy="267653"/>
            <a:chOff x="0" y="0"/>
            <a:chExt cx="332740" cy="3568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9479" y="49280"/>
              <a:ext cx="231191" cy="256790"/>
            </a:xfrm>
            <a:custGeom>
              <a:avLst/>
              <a:gdLst/>
              <a:ahLst/>
              <a:cxnLst/>
              <a:rect r="r" b="b" t="t" l="l"/>
              <a:pathLst>
                <a:path h="256790" w="231191">
                  <a:moveTo>
                    <a:pt x="231191" y="115820"/>
                  </a:moveTo>
                  <a:cubicBezTo>
                    <a:pt x="217221" y="198370"/>
                    <a:pt x="196901" y="223770"/>
                    <a:pt x="181661" y="236470"/>
                  </a:cubicBezTo>
                  <a:cubicBezTo>
                    <a:pt x="170231" y="245360"/>
                    <a:pt x="161341" y="249170"/>
                    <a:pt x="147371" y="251710"/>
                  </a:cubicBezTo>
                  <a:cubicBezTo>
                    <a:pt x="128321" y="255520"/>
                    <a:pt x="92761" y="254250"/>
                    <a:pt x="73711" y="247900"/>
                  </a:cubicBezTo>
                  <a:cubicBezTo>
                    <a:pt x="59741" y="244090"/>
                    <a:pt x="52121" y="239010"/>
                    <a:pt x="41961" y="228850"/>
                  </a:cubicBezTo>
                  <a:cubicBezTo>
                    <a:pt x="27991" y="214880"/>
                    <a:pt x="10211" y="184400"/>
                    <a:pt x="3861" y="165350"/>
                  </a:cubicBezTo>
                  <a:cubicBezTo>
                    <a:pt x="51" y="152650"/>
                    <a:pt x="-1219" y="142490"/>
                    <a:pt x="1321" y="128520"/>
                  </a:cubicBezTo>
                  <a:cubicBezTo>
                    <a:pt x="5131" y="109470"/>
                    <a:pt x="16561" y="78990"/>
                    <a:pt x="33071" y="61210"/>
                  </a:cubicBezTo>
                  <a:cubicBezTo>
                    <a:pt x="48311" y="44700"/>
                    <a:pt x="78791" y="32000"/>
                    <a:pt x="97841" y="26920"/>
                  </a:cubicBezTo>
                  <a:cubicBezTo>
                    <a:pt x="111811" y="24380"/>
                    <a:pt x="121971" y="24380"/>
                    <a:pt x="134671" y="26920"/>
                  </a:cubicBezTo>
                  <a:cubicBezTo>
                    <a:pt x="153721" y="32000"/>
                    <a:pt x="185471" y="48510"/>
                    <a:pt x="200711" y="61210"/>
                  </a:cubicBezTo>
                  <a:cubicBezTo>
                    <a:pt x="210871" y="71370"/>
                    <a:pt x="215951" y="81530"/>
                    <a:pt x="221031" y="92960"/>
                  </a:cubicBezTo>
                  <a:cubicBezTo>
                    <a:pt x="226111" y="103120"/>
                    <a:pt x="231191" y="114550"/>
                    <a:pt x="231191" y="128520"/>
                  </a:cubicBezTo>
                  <a:cubicBezTo>
                    <a:pt x="231191" y="148840"/>
                    <a:pt x="227381" y="180590"/>
                    <a:pt x="214681" y="200910"/>
                  </a:cubicBezTo>
                  <a:cubicBezTo>
                    <a:pt x="203251" y="219960"/>
                    <a:pt x="176581" y="239010"/>
                    <a:pt x="158801" y="247900"/>
                  </a:cubicBezTo>
                  <a:cubicBezTo>
                    <a:pt x="146101" y="254250"/>
                    <a:pt x="137211" y="256790"/>
                    <a:pt x="121971" y="256790"/>
                  </a:cubicBezTo>
                  <a:cubicBezTo>
                    <a:pt x="102921" y="255520"/>
                    <a:pt x="68631" y="246630"/>
                    <a:pt x="52121" y="236470"/>
                  </a:cubicBezTo>
                  <a:cubicBezTo>
                    <a:pt x="39421" y="230120"/>
                    <a:pt x="31801" y="222500"/>
                    <a:pt x="24181" y="211070"/>
                  </a:cubicBezTo>
                  <a:cubicBezTo>
                    <a:pt x="14021" y="194560"/>
                    <a:pt x="3861" y="162810"/>
                    <a:pt x="1321" y="141220"/>
                  </a:cubicBezTo>
                  <a:cubicBezTo>
                    <a:pt x="-1219" y="122170"/>
                    <a:pt x="51" y="104390"/>
                    <a:pt x="5131" y="87880"/>
                  </a:cubicBezTo>
                  <a:cubicBezTo>
                    <a:pt x="10211" y="71370"/>
                    <a:pt x="16561" y="53590"/>
                    <a:pt x="30531" y="39620"/>
                  </a:cubicBezTo>
                  <a:cubicBezTo>
                    <a:pt x="47041" y="23110"/>
                    <a:pt x="80061" y="5330"/>
                    <a:pt x="102921" y="1520"/>
                  </a:cubicBezTo>
                  <a:cubicBezTo>
                    <a:pt x="121971" y="-2290"/>
                    <a:pt x="141021" y="1520"/>
                    <a:pt x="157531" y="7870"/>
                  </a:cubicBezTo>
                  <a:cubicBezTo>
                    <a:pt x="174041" y="14220"/>
                    <a:pt x="190551" y="24380"/>
                    <a:pt x="201981" y="39620"/>
                  </a:cubicBezTo>
                  <a:cubicBezTo>
                    <a:pt x="217221" y="57400"/>
                    <a:pt x="231191" y="115820"/>
                    <a:pt x="231191" y="115820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005262" y="3810953"/>
            <a:ext cx="246697" cy="246697"/>
            <a:chOff x="0" y="0"/>
            <a:chExt cx="328930" cy="3289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559" y="48585"/>
              <a:ext cx="223761" cy="228516"/>
            </a:xfrm>
            <a:custGeom>
              <a:avLst/>
              <a:gdLst/>
              <a:ahLst/>
              <a:cxnLst/>
              <a:rect r="r" b="b" t="t" l="l"/>
              <a:pathLst>
                <a:path h="228516" w="223761">
                  <a:moveTo>
                    <a:pt x="223761" y="79685"/>
                  </a:moveTo>
                  <a:cubicBezTo>
                    <a:pt x="223761" y="152075"/>
                    <a:pt x="216141" y="171125"/>
                    <a:pt x="204711" y="185095"/>
                  </a:cubicBezTo>
                  <a:cubicBezTo>
                    <a:pt x="193281" y="199065"/>
                    <a:pt x="178041" y="210495"/>
                    <a:pt x="161531" y="218115"/>
                  </a:cubicBezTo>
                  <a:cubicBezTo>
                    <a:pt x="145021" y="225735"/>
                    <a:pt x="125971" y="229545"/>
                    <a:pt x="108191" y="228275"/>
                  </a:cubicBezTo>
                  <a:cubicBezTo>
                    <a:pt x="90411" y="227005"/>
                    <a:pt x="70091" y="220655"/>
                    <a:pt x="56121" y="211765"/>
                  </a:cubicBezTo>
                  <a:cubicBezTo>
                    <a:pt x="40881" y="202875"/>
                    <a:pt x="25641" y="188905"/>
                    <a:pt x="16751" y="173665"/>
                  </a:cubicBezTo>
                  <a:cubicBezTo>
                    <a:pt x="7861" y="158425"/>
                    <a:pt x="1511" y="138105"/>
                    <a:pt x="241" y="121595"/>
                  </a:cubicBezTo>
                  <a:cubicBezTo>
                    <a:pt x="-1029" y="103815"/>
                    <a:pt x="2781" y="83495"/>
                    <a:pt x="10401" y="66985"/>
                  </a:cubicBezTo>
                  <a:cubicBezTo>
                    <a:pt x="18021" y="50475"/>
                    <a:pt x="30721" y="35235"/>
                    <a:pt x="44691" y="23805"/>
                  </a:cubicBezTo>
                  <a:cubicBezTo>
                    <a:pt x="58661" y="13645"/>
                    <a:pt x="76441" y="4755"/>
                    <a:pt x="94221" y="2215"/>
                  </a:cubicBezTo>
                  <a:cubicBezTo>
                    <a:pt x="112001" y="-1595"/>
                    <a:pt x="132321" y="-325"/>
                    <a:pt x="148831" y="4755"/>
                  </a:cubicBezTo>
                  <a:cubicBezTo>
                    <a:pt x="165341" y="9835"/>
                    <a:pt x="195821" y="32695"/>
                    <a:pt x="195821" y="32695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01465" y="3906203"/>
            <a:ext cx="246697" cy="246697"/>
            <a:chOff x="0" y="0"/>
            <a:chExt cx="328930" cy="3289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0557" y="49530"/>
              <a:ext cx="222614" cy="227573"/>
            </a:xfrm>
            <a:custGeom>
              <a:avLst/>
              <a:gdLst/>
              <a:ahLst/>
              <a:cxnLst/>
              <a:rect r="r" b="b" t="t" l="l"/>
              <a:pathLst>
                <a:path h="227573" w="222614">
                  <a:moveTo>
                    <a:pt x="222493" y="80010"/>
                  </a:moveTo>
                  <a:cubicBezTo>
                    <a:pt x="223763" y="152400"/>
                    <a:pt x="214873" y="170180"/>
                    <a:pt x="203443" y="184150"/>
                  </a:cubicBezTo>
                  <a:cubicBezTo>
                    <a:pt x="193283" y="198120"/>
                    <a:pt x="176773" y="210820"/>
                    <a:pt x="160263" y="218440"/>
                  </a:cubicBezTo>
                  <a:cubicBezTo>
                    <a:pt x="145023" y="224790"/>
                    <a:pt x="124703" y="228600"/>
                    <a:pt x="106923" y="227330"/>
                  </a:cubicBezTo>
                  <a:cubicBezTo>
                    <a:pt x="89143" y="227330"/>
                    <a:pt x="70093" y="220980"/>
                    <a:pt x="54853" y="212090"/>
                  </a:cubicBezTo>
                  <a:cubicBezTo>
                    <a:pt x="39613" y="201930"/>
                    <a:pt x="25643" y="187960"/>
                    <a:pt x="16753" y="172720"/>
                  </a:cubicBezTo>
                  <a:cubicBezTo>
                    <a:pt x="6593" y="157480"/>
                    <a:pt x="1513" y="138430"/>
                    <a:pt x="243" y="120650"/>
                  </a:cubicBezTo>
                  <a:cubicBezTo>
                    <a:pt x="-1027" y="102870"/>
                    <a:pt x="2783" y="82550"/>
                    <a:pt x="9133" y="67310"/>
                  </a:cubicBezTo>
                  <a:cubicBezTo>
                    <a:pt x="16753" y="50800"/>
                    <a:pt x="29453" y="34290"/>
                    <a:pt x="43423" y="24130"/>
                  </a:cubicBezTo>
                  <a:cubicBezTo>
                    <a:pt x="57393" y="12700"/>
                    <a:pt x="76443" y="5080"/>
                    <a:pt x="92953" y="1270"/>
                  </a:cubicBezTo>
                  <a:cubicBezTo>
                    <a:pt x="110733" y="-1270"/>
                    <a:pt x="131053" y="0"/>
                    <a:pt x="147563" y="5080"/>
                  </a:cubicBezTo>
                  <a:cubicBezTo>
                    <a:pt x="165343" y="10160"/>
                    <a:pt x="194553" y="33020"/>
                    <a:pt x="194553" y="33020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024312" y="3790950"/>
            <a:ext cx="246697" cy="246697"/>
            <a:chOff x="0" y="0"/>
            <a:chExt cx="328930" cy="328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559" y="49530"/>
              <a:ext cx="223761" cy="228841"/>
            </a:xfrm>
            <a:custGeom>
              <a:avLst/>
              <a:gdLst/>
              <a:ahLst/>
              <a:cxnLst/>
              <a:rect r="r" b="b" t="t" l="l"/>
              <a:pathLst>
                <a:path h="228841" w="223761">
                  <a:moveTo>
                    <a:pt x="223761" y="80010"/>
                  </a:moveTo>
                  <a:cubicBezTo>
                    <a:pt x="223761" y="152400"/>
                    <a:pt x="216141" y="171450"/>
                    <a:pt x="204711" y="185420"/>
                  </a:cubicBezTo>
                  <a:cubicBezTo>
                    <a:pt x="193281" y="199390"/>
                    <a:pt x="178041" y="210820"/>
                    <a:pt x="161531" y="218440"/>
                  </a:cubicBezTo>
                  <a:cubicBezTo>
                    <a:pt x="145021" y="226060"/>
                    <a:pt x="125971" y="229870"/>
                    <a:pt x="108191" y="228600"/>
                  </a:cubicBezTo>
                  <a:cubicBezTo>
                    <a:pt x="90411" y="227330"/>
                    <a:pt x="71361" y="220980"/>
                    <a:pt x="56121" y="212090"/>
                  </a:cubicBezTo>
                  <a:cubicBezTo>
                    <a:pt x="40881" y="203200"/>
                    <a:pt x="25641" y="189230"/>
                    <a:pt x="16751" y="173990"/>
                  </a:cubicBezTo>
                  <a:cubicBezTo>
                    <a:pt x="7861" y="158750"/>
                    <a:pt x="1511" y="138430"/>
                    <a:pt x="241" y="120650"/>
                  </a:cubicBezTo>
                  <a:cubicBezTo>
                    <a:pt x="-1029" y="104140"/>
                    <a:pt x="2781" y="83820"/>
                    <a:pt x="10401" y="67310"/>
                  </a:cubicBezTo>
                  <a:cubicBezTo>
                    <a:pt x="18021" y="50800"/>
                    <a:pt x="30721" y="35560"/>
                    <a:pt x="44691" y="24130"/>
                  </a:cubicBezTo>
                  <a:cubicBezTo>
                    <a:pt x="58661" y="13970"/>
                    <a:pt x="76441" y="5080"/>
                    <a:pt x="94221" y="1270"/>
                  </a:cubicBezTo>
                  <a:cubicBezTo>
                    <a:pt x="112001" y="-1270"/>
                    <a:pt x="132321" y="0"/>
                    <a:pt x="148831" y="5080"/>
                  </a:cubicBezTo>
                  <a:cubicBezTo>
                    <a:pt x="165341" y="10160"/>
                    <a:pt x="195821" y="33020"/>
                    <a:pt x="195821" y="33020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986212" y="3676650"/>
            <a:ext cx="246697" cy="246697"/>
            <a:chOff x="0" y="0"/>
            <a:chExt cx="328930" cy="3289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0559" y="48657"/>
              <a:ext cx="223761" cy="228446"/>
            </a:xfrm>
            <a:custGeom>
              <a:avLst/>
              <a:gdLst/>
              <a:ahLst/>
              <a:cxnLst/>
              <a:rect r="r" b="b" t="t" l="l"/>
              <a:pathLst>
                <a:path h="228446" w="223761">
                  <a:moveTo>
                    <a:pt x="223761" y="80883"/>
                  </a:moveTo>
                  <a:cubicBezTo>
                    <a:pt x="223761" y="152003"/>
                    <a:pt x="214871" y="171053"/>
                    <a:pt x="204711" y="185023"/>
                  </a:cubicBezTo>
                  <a:cubicBezTo>
                    <a:pt x="193281" y="198993"/>
                    <a:pt x="178041" y="211693"/>
                    <a:pt x="161531" y="219313"/>
                  </a:cubicBezTo>
                  <a:cubicBezTo>
                    <a:pt x="145021" y="225663"/>
                    <a:pt x="124701" y="229473"/>
                    <a:pt x="108191" y="228203"/>
                  </a:cubicBezTo>
                  <a:cubicBezTo>
                    <a:pt x="90411" y="226933"/>
                    <a:pt x="70091" y="221853"/>
                    <a:pt x="54851" y="211693"/>
                  </a:cubicBezTo>
                  <a:cubicBezTo>
                    <a:pt x="39611" y="202803"/>
                    <a:pt x="25641" y="188833"/>
                    <a:pt x="16751" y="173593"/>
                  </a:cubicBezTo>
                  <a:cubicBezTo>
                    <a:pt x="7861" y="158353"/>
                    <a:pt x="1511" y="139303"/>
                    <a:pt x="241" y="121523"/>
                  </a:cubicBezTo>
                  <a:cubicBezTo>
                    <a:pt x="-1029" y="103743"/>
                    <a:pt x="2781" y="83423"/>
                    <a:pt x="10401" y="68183"/>
                  </a:cubicBezTo>
                  <a:cubicBezTo>
                    <a:pt x="18021" y="51673"/>
                    <a:pt x="30721" y="35163"/>
                    <a:pt x="43421" y="25003"/>
                  </a:cubicBezTo>
                  <a:cubicBezTo>
                    <a:pt x="57391" y="13573"/>
                    <a:pt x="76441" y="4683"/>
                    <a:pt x="94221" y="2143"/>
                  </a:cubicBezTo>
                  <a:cubicBezTo>
                    <a:pt x="110731" y="-1667"/>
                    <a:pt x="131051" y="-397"/>
                    <a:pt x="148831" y="5953"/>
                  </a:cubicBezTo>
                  <a:cubicBezTo>
                    <a:pt x="165341" y="11033"/>
                    <a:pt x="195821" y="33893"/>
                    <a:pt x="195821" y="33893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986212" y="3638550"/>
            <a:ext cx="246697" cy="246697"/>
            <a:chOff x="0" y="0"/>
            <a:chExt cx="328930" cy="3289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50559" y="48585"/>
              <a:ext cx="223761" cy="228516"/>
            </a:xfrm>
            <a:custGeom>
              <a:avLst/>
              <a:gdLst/>
              <a:ahLst/>
              <a:cxnLst/>
              <a:rect r="r" b="b" t="t" l="l"/>
              <a:pathLst>
                <a:path h="228516" w="223761">
                  <a:moveTo>
                    <a:pt x="223761" y="80955"/>
                  </a:moveTo>
                  <a:cubicBezTo>
                    <a:pt x="223761" y="152075"/>
                    <a:pt x="214871" y="171125"/>
                    <a:pt x="204711" y="185095"/>
                  </a:cubicBezTo>
                  <a:cubicBezTo>
                    <a:pt x="193281" y="199065"/>
                    <a:pt x="178041" y="211765"/>
                    <a:pt x="161531" y="218115"/>
                  </a:cubicBezTo>
                  <a:cubicBezTo>
                    <a:pt x="145021" y="225735"/>
                    <a:pt x="124701" y="229545"/>
                    <a:pt x="108191" y="228275"/>
                  </a:cubicBezTo>
                  <a:cubicBezTo>
                    <a:pt x="90411" y="227005"/>
                    <a:pt x="70091" y="221925"/>
                    <a:pt x="54851" y="211765"/>
                  </a:cubicBezTo>
                  <a:cubicBezTo>
                    <a:pt x="39611" y="202875"/>
                    <a:pt x="25641" y="188905"/>
                    <a:pt x="16751" y="173665"/>
                  </a:cubicBezTo>
                  <a:cubicBezTo>
                    <a:pt x="7861" y="158425"/>
                    <a:pt x="1511" y="139375"/>
                    <a:pt x="241" y="121595"/>
                  </a:cubicBezTo>
                  <a:cubicBezTo>
                    <a:pt x="-1029" y="103815"/>
                    <a:pt x="2781" y="83495"/>
                    <a:pt x="10401" y="66985"/>
                  </a:cubicBezTo>
                  <a:cubicBezTo>
                    <a:pt x="18021" y="51745"/>
                    <a:pt x="30721" y="35235"/>
                    <a:pt x="43421" y="23805"/>
                  </a:cubicBezTo>
                  <a:cubicBezTo>
                    <a:pt x="57391" y="13645"/>
                    <a:pt x="76441" y="4755"/>
                    <a:pt x="94221" y="2215"/>
                  </a:cubicBezTo>
                  <a:cubicBezTo>
                    <a:pt x="110731" y="-1595"/>
                    <a:pt x="131051" y="-325"/>
                    <a:pt x="148831" y="4755"/>
                  </a:cubicBezTo>
                  <a:cubicBezTo>
                    <a:pt x="165341" y="11105"/>
                    <a:pt x="195821" y="33965"/>
                    <a:pt x="195821" y="33965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042410" y="3637597"/>
            <a:ext cx="249555" cy="267653"/>
            <a:chOff x="0" y="0"/>
            <a:chExt cx="332740" cy="3568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50342" y="49280"/>
              <a:ext cx="231598" cy="255617"/>
            </a:xfrm>
            <a:custGeom>
              <a:avLst/>
              <a:gdLst/>
              <a:ahLst/>
              <a:cxnLst/>
              <a:rect r="r" b="b" t="t" l="l"/>
              <a:pathLst>
                <a:path h="255617" w="231598">
                  <a:moveTo>
                    <a:pt x="231598" y="114550"/>
                  </a:moveTo>
                  <a:cubicBezTo>
                    <a:pt x="217628" y="198370"/>
                    <a:pt x="196038" y="223770"/>
                    <a:pt x="180798" y="236470"/>
                  </a:cubicBezTo>
                  <a:cubicBezTo>
                    <a:pt x="170638" y="244090"/>
                    <a:pt x="160478" y="249170"/>
                    <a:pt x="147778" y="251710"/>
                  </a:cubicBezTo>
                  <a:cubicBezTo>
                    <a:pt x="127458" y="255520"/>
                    <a:pt x="93168" y="252980"/>
                    <a:pt x="74118" y="247900"/>
                  </a:cubicBezTo>
                  <a:cubicBezTo>
                    <a:pt x="60148" y="242820"/>
                    <a:pt x="51258" y="237740"/>
                    <a:pt x="41098" y="228850"/>
                  </a:cubicBezTo>
                  <a:cubicBezTo>
                    <a:pt x="27128" y="214880"/>
                    <a:pt x="9348" y="188210"/>
                    <a:pt x="4268" y="165350"/>
                  </a:cubicBezTo>
                  <a:cubicBezTo>
                    <a:pt x="-812" y="142490"/>
                    <a:pt x="4268" y="110740"/>
                    <a:pt x="11888" y="91690"/>
                  </a:cubicBezTo>
                  <a:cubicBezTo>
                    <a:pt x="16968" y="78990"/>
                    <a:pt x="22048" y="70100"/>
                    <a:pt x="32208" y="61210"/>
                  </a:cubicBezTo>
                  <a:cubicBezTo>
                    <a:pt x="47448" y="48510"/>
                    <a:pt x="77928" y="32000"/>
                    <a:pt x="98248" y="26920"/>
                  </a:cubicBezTo>
                  <a:cubicBezTo>
                    <a:pt x="110948" y="23110"/>
                    <a:pt x="121108" y="23110"/>
                    <a:pt x="135078" y="26920"/>
                  </a:cubicBezTo>
                  <a:cubicBezTo>
                    <a:pt x="154128" y="32000"/>
                    <a:pt x="185878" y="48510"/>
                    <a:pt x="199848" y="61210"/>
                  </a:cubicBezTo>
                  <a:cubicBezTo>
                    <a:pt x="210008" y="70100"/>
                    <a:pt x="216358" y="80260"/>
                    <a:pt x="221438" y="91690"/>
                  </a:cubicBezTo>
                  <a:cubicBezTo>
                    <a:pt x="226518" y="103120"/>
                    <a:pt x="230328" y="113280"/>
                    <a:pt x="231598" y="128520"/>
                  </a:cubicBezTo>
                  <a:cubicBezTo>
                    <a:pt x="231598" y="147570"/>
                    <a:pt x="223978" y="181860"/>
                    <a:pt x="215088" y="199640"/>
                  </a:cubicBezTo>
                  <a:cubicBezTo>
                    <a:pt x="208738" y="212340"/>
                    <a:pt x="202388" y="219960"/>
                    <a:pt x="190958" y="228850"/>
                  </a:cubicBezTo>
                  <a:cubicBezTo>
                    <a:pt x="174448" y="240280"/>
                    <a:pt x="145238" y="254250"/>
                    <a:pt x="122378" y="255520"/>
                  </a:cubicBezTo>
                  <a:cubicBezTo>
                    <a:pt x="99518" y="256790"/>
                    <a:pt x="69038" y="245360"/>
                    <a:pt x="51258" y="236470"/>
                  </a:cubicBezTo>
                  <a:cubicBezTo>
                    <a:pt x="39828" y="228850"/>
                    <a:pt x="32208" y="222500"/>
                    <a:pt x="24588" y="209800"/>
                  </a:cubicBezTo>
                  <a:cubicBezTo>
                    <a:pt x="14428" y="193290"/>
                    <a:pt x="4268" y="162810"/>
                    <a:pt x="458" y="139950"/>
                  </a:cubicBezTo>
                  <a:cubicBezTo>
                    <a:pt x="-812" y="122170"/>
                    <a:pt x="458" y="104390"/>
                    <a:pt x="5538" y="87880"/>
                  </a:cubicBezTo>
                  <a:cubicBezTo>
                    <a:pt x="9348" y="70100"/>
                    <a:pt x="16968" y="52320"/>
                    <a:pt x="30938" y="38350"/>
                  </a:cubicBezTo>
                  <a:cubicBezTo>
                    <a:pt x="47448" y="21840"/>
                    <a:pt x="79198" y="5330"/>
                    <a:pt x="102058" y="1520"/>
                  </a:cubicBezTo>
                  <a:cubicBezTo>
                    <a:pt x="121108" y="-2290"/>
                    <a:pt x="140158" y="1520"/>
                    <a:pt x="156668" y="7870"/>
                  </a:cubicBezTo>
                  <a:cubicBezTo>
                    <a:pt x="173178" y="14220"/>
                    <a:pt x="190958" y="24380"/>
                    <a:pt x="202388" y="38350"/>
                  </a:cubicBezTo>
                  <a:cubicBezTo>
                    <a:pt x="216358" y="57400"/>
                    <a:pt x="231598" y="114550"/>
                    <a:pt x="231598" y="114550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101465" y="3714750"/>
            <a:ext cx="246697" cy="246697"/>
            <a:chOff x="0" y="0"/>
            <a:chExt cx="328930" cy="3289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557" y="49530"/>
              <a:ext cx="222614" cy="227573"/>
            </a:xfrm>
            <a:custGeom>
              <a:avLst/>
              <a:gdLst/>
              <a:ahLst/>
              <a:cxnLst/>
              <a:rect r="r" b="b" t="t" l="l"/>
              <a:pathLst>
                <a:path h="227573" w="222614">
                  <a:moveTo>
                    <a:pt x="222493" y="80010"/>
                  </a:moveTo>
                  <a:cubicBezTo>
                    <a:pt x="223763" y="152400"/>
                    <a:pt x="214873" y="170180"/>
                    <a:pt x="203443" y="184150"/>
                  </a:cubicBezTo>
                  <a:cubicBezTo>
                    <a:pt x="193283" y="198120"/>
                    <a:pt x="176773" y="210820"/>
                    <a:pt x="160263" y="218440"/>
                  </a:cubicBezTo>
                  <a:cubicBezTo>
                    <a:pt x="145023" y="224790"/>
                    <a:pt x="124703" y="228600"/>
                    <a:pt x="106923" y="227330"/>
                  </a:cubicBezTo>
                  <a:cubicBezTo>
                    <a:pt x="89143" y="227330"/>
                    <a:pt x="70093" y="220980"/>
                    <a:pt x="54853" y="212090"/>
                  </a:cubicBezTo>
                  <a:cubicBezTo>
                    <a:pt x="39613" y="201930"/>
                    <a:pt x="25643" y="187960"/>
                    <a:pt x="16753" y="172720"/>
                  </a:cubicBezTo>
                  <a:cubicBezTo>
                    <a:pt x="6593" y="157480"/>
                    <a:pt x="1513" y="138430"/>
                    <a:pt x="243" y="120650"/>
                  </a:cubicBezTo>
                  <a:cubicBezTo>
                    <a:pt x="-1027" y="102870"/>
                    <a:pt x="2783" y="82550"/>
                    <a:pt x="9133" y="67310"/>
                  </a:cubicBezTo>
                  <a:cubicBezTo>
                    <a:pt x="16753" y="50800"/>
                    <a:pt x="29453" y="34290"/>
                    <a:pt x="43423" y="24130"/>
                  </a:cubicBezTo>
                  <a:cubicBezTo>
                    <a:pt x="57393" y="12700"/>
                    <a:pt x="76443" y="5080"/>
                    <a:pt x="92953" y="1270"/>
                  </a:cubicBezTo>
                  <a:cubicBezTo>
                    <a:pt x="110733" y="-1270"/>
                    <a:pt x="131053" y="0"/>
                    <a:pt x="147563" y="5080"/>
                  </a:cubicBezTo>
                  <a:cubicBezTo>
                    <a:pt x="165343" y="10160"/>
                    <a:pt x="194553" y="33020"/>
                    <a:pt x="194553" y="33020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100512" y="3789997"/>
            <a:ext cx="249555" cy="267653"/>
            <a:chOff x="0" y="0"/>
            <a:chExt cx="332740" cy="3568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479" y="50004"/>
              <a:ext cx="231191" cy="256163"/>
            </a:xfrm>
            <a:custGeom>
              <a:avLst/>
              <a:gdLst/>
              <a:ahLst/>
              <a:cxnLst/>
              <a:rect r="r" b="b" t="t" l="l"/>
              <a:pathLst>
                <a:path h="256163" w="231191">
                  <a:moveTo>
                    <a:pt x="231191" y="115096"/>
                  </a:moveTo>
                  <a:cubicBezTo>
                    <a:pt x="217221" y="198916"/>
                    <a:pt x="196901" y="223046"/>
                    <a:pt x="180391" y="235746"/>
                  </a:cubicBezTo>
                  <a:cubicBezTo>
                    <a:pt x="170231" y="244636"/>
                    <a:pt x="161341" y="249716"/>
                    <a:pt x="147371" y="252256"/>
                  </a:cubicBezTo>
                  <a:cubicBezTo>
                    <a:pt x="128321" y="256066"/>
                    <a:pt x="92761" y="253526"/>
                    <a:pt x="73711" y="247176"/>
                  </a:cubicBezTo>
                  <a:cubicBezTo>
                    <a:pt x="59741" y="243366"/>
                    <a:pt x="52121" y="238286"/>
                    <a:pt x="41961" y="228126"/>
                  </a:cubicBezTo>
                  <a:cubicBezTo>
                    <a:pt x="27991" y="214156"/>
                    <a:pt x="8941" y="184946"/>
                    <a:pt x="3861" y="165896"/>
                  </a:cubicBezTo>
                  <a:cubicBezTo>
                    <a:pt x="51" y="151926"/>
                    <a:pt x="-1219" y="141766"/>
                    <a:pt x="1321" y="127796"/>
                  </a:cubicBezTo>
                  <a:cubicBezTo>
                    <a:pt x="5131" y="108746"/>
                    <a:pt x="16561" y="78266"/>
                    <a:pt x="33071" y="61756"/>
                  </a:cubicBezTo>
                  <a:cubicBezTo>
                    <a:pt x="48311" y="43976"/>
                    <a:pt x="78791" y="31276"/>
                    <a:pt x="97841" y="27466"/>
                  </a:cubicBezTo>
                  <a:cubicBezTo>
                    <a:pt x="111811" y="23656"/>
                    <a:pt x="120701" y="23656"/>
                    <a:pt x="134671" y="27466"/>
                  </a:cubicBezTo>
                  <a:cubicBezTo>
                    <a:pt x="153721" y="31276"/>
                    <a:pt x="185471" y="47786"/>
                    <a:pt x="199441" y="61756"/>
                  </a:cubicBezTo>
                  <a:cubicBezTo>
                    <a:pt x="210871" y="70646"/>
                    <a:pt x="215951" y="80806"/>
                    <a:pt x="221031" y="92236"/>
                  </a:cubicBezTo>
                  <a:cubicBezTo>
                    <a:pt x="226111" y="103666"/>
                    <a:pt x="231191" y="113826"/>
                    <a:pt x="231191" y="127796"/>
                  </a:cubicBezTo>
                  <a:cubicBezTo>
                    <a:pt x="231191" y="148116"/>
                    <a:pt x="223571" y="182406"/>
                    <a:pt x="214681" y="200186"/>
                  </a:cubicBezTo>
                  <a:cubicBezTo>
                    <a:pt x="208331" y="212886"/>
                    <a:pt x="201981" y="220506"/>
                    <a:pt x="190551" y="228126"/>
                  </a:cubicBezTo>
                  <a:cubicBezTo>
                    <a:pt x="175311" y="239556"/>
                    <a:pt x="146101" y="254796"/>
                    <a:pt x="121971" y="256066"/>
                  </a:cubicBezTo>
                  <a:cubicBezTo>
                    <a:pt x="99111" y="257336"/>
                    <a:pt x="68631" y="245906"/>
                    <a:pt x="52121" y="235746"/>
                  </a:cubicBezTo>
                  <a:cubicBezTo>
                    <a:pt x="39421" y="229396"/>
                    <a:pt x="31801" y="221776"/>
                    <a:pt x="24181" y="210346"/>
                  </a:cubicBezTo>
                  <a:cubicBezTo>
                    <a:pt x="14021" y="193836"/>
                    <a:pt x="3861" y="162086"/>
                    <a:pt x="1321" y="140496"/>
                  </a:cubicBezTo>
                  <a:cubicBezTo>
                    <a:pt x="-1219" y="121446"/>
                    <a:pt x="51" y="104936"/>
                    <a:pt x="5131" y="87156"/>
                  </a:cubicBezTo>
                  <a:cubicBezTo>
                    <a:pt x="10211" y="70646"/>
                    <a:pt x="16561" y="52866"/>
                    <a:pt x="30531" y="38896"/>
                  </a:cubicBezTo>
                  <a:cubicBezTo>
                    <a:pt x="47041" y="22386"/>
                    <a:pt x="80061" y="5876"/>
                    <a:pt x="102921" y="796"/>
                  </a:cubicBezTo>
                  <a:cubicBezTo>
                    <a:pt x="121971" y="-1744"/>
                    <a:pt x="139751" y="2066"/>
                    <a:pt x="157531" y="8416"/>
                  </a:cubicBezTo>
                  <a:cubicBezTo>
                    <a:pt x="174041" y="14766"/>
                    <a:pt x="190551" y="23656"/>
                    <a:pt x="201981" y="38896"/>
                  </a:cubicBezTo>
                  <a:cubicBezTo>
                    <a:pt x="215951" y="57946"/>
                    <a:pt x="231191" y="115096"/>
                    <a:pt x="231191" y="115096"/>
                  </a:cubicBezTo>
                </a:path>
              </a:pathLst>
            </a:custGeom>
            <a:solidFill>
              <a:srgbClr val="232D51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32" id="32"/>
          <p:cNvSpPr/>
          <p:nvPr/>
        </p:nvSpPr>
        <p:spPr>
          <a:xfrm>
            <a:off x="5300208" y="6504442"/>
            <a:ext cx="29997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5879560" y="7871846"/>
            <a:ext cx="29997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5820015" y="5162550"/>
            <a:ext cx="299979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1321710" y="6313054"/>
            <a:ext cx="5968924" cy="2843583"/>
          </a:xfrm>
          <a:custGeom>
            <a:avLst/>
            <a:gdLst/>
            <a:ahLst/>
            <a:cxnLst/>
            <a:rect r="r" b="b" t="t" l="l"/>
            <a:pathLst>
              <a:path h="2843583" w="5968924">
                <a:moveTo>
                  <a:pt x="0" y="0"/>
                </a:moveTo>
                <a:lnTo>
                  <a:pt x="5968924" y="0"/>
                </a:lnTo>
                <a:lnTo>
                  <a:pt x="5968924" y="2843583"/>
                </a:lnTo>
                <a:lnTo>
                  <a:pt x="0" y="28435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352" t="0" r="-10778" b="-18567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326638" y="2738218"/>
            <a:ext cx="5963995" cy="2829363"/>
          </a:xfrm>
          <a:custGeom>
            <a:avLst/>
            <a:gdLst/>
            <a:ahLst/>
            <a:cxnLst/>
            <a:rect r="r" b="b" t="t" l="l"/>
            <a:pathLst>
              <a:path h="2829363" w="5963995">
                <a:moveTo>
                  <a:pt x="0" y="0"/>
                </a:moveTo>
                <a:lnTo>
                  <a:pt x="5963996" y="0"/>
                </a:lnTo>
                <a:lnTo>
                  <a:pt x="5963996" y="2829364"/>
                </a:lnTo>
                <a:lnTo>
                  <a:pt x="0" y="2829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1064" t="0" r="-10555" b="-18567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1321710" y="1855550"/>
            <a:ext cx="530836" cy="534847"/>
          </a:xfrm>
          <a:custGeom>
            <a:avLst/>
            <a:gdLst/>
            <a:ahLst/>
            <a:cxnLst/>
            <a:rect r="r" b="b" t="t" l="l"/>
            <a:pathLst>
              <a:path h="534847" w="530836">
                <a:moveTo>
                  <a:pt x="0" y="0"/>
                </a:moveTo>
                <a:lnTo>
                  <a:pt x="530836" y="0"/>
                </a:lnTo>
                <a:lnTo>
                  <a:pt x="530836" y="534848"/>
                </a:lnTo>
                <a:lnTo>
                  <a:pt x="0" y="53484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4741109" y="3264809"/>
            <a:ext cx="384524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POSICIÓN: MEDIO OFENSIVO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00208" y="5998729"/>
            <a:ext cx="196834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EDAD: 21 AÑOS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574357" y="8738621"/>
            <a:ext cx="168140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PESO: 69 KG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879560" y="7367021"/>
            <a:ext cx="212324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ALTURA: 175 CM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79560" y="4657725"/>
            <a:ext cx="189095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PIE: DERECHO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22755" y="1961049"/>
            <a:ext cx="228588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ÍÑIGO CAPELLAN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4954" y="-694186"/>
            <a:ext cx="6967636" cy="6424699"/>
            <a:chOff x="0" y="0"/>
            <a:chExt cx="1180820" cy="1088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0820" cy="1088807"/>
            </a:xfrm>
            <a:custGeom>
              <a:avLst/>
              <a:gdLst/>
              <a:ahLst/>
              <a:cxnLst/>
              <a:rect r="r" b="b" t="t" l="l"/>
              <a:pathLst>
                <a:path h="1088807" w="1180820">
                  <a:moveTo>
                    <a:pt x="48890" y="0"/>
                  </a:moveTo>
                  <a:lnTo>
                    <a:pt x="1131930" y="0"/>
                  </a:lnTo>
                  <a:cubicBezTo>
                    <a:pt x="1158931" y="0"/>
                    <a:pt x="1180820" y="21889"/>
                    <a:pt x="1180820" y="48890"/>
                  </a:cubicBezTo>
                  <a:lnTo>
                    <a:pt x="1180820" y="1039917"/>
                  </a:lnTo>
                  <a:cubicBezTo>
                    <a:pt x="1180820" y="1066918"/>
                    <a:pt x="1158931" y="1088807"/>
                    <a:pt x="1131930" y="1088807"/>
                  </a:cubicBezTo>
                  <a:lnTo>
                    <a:pt x="48890" y="1088807"/>
                  </a:lnTo>
                  <a:cubicBezTo>
                    <a:pt x="35923" y="1088807"/>
                    <a:pt x="23488" y="1083656"/>
                    <a:pt x="14319" y="1074488"/>
                  </a:cubicBezTo>
                  <a:cubicBezTo>
                    <a:pt x="5151" y="1065319"/>
                    <a:pt x="0" y="1052884"/>
                    <a:pt x="0" y="1039917"/>
                  </a:cubicBezTo>
                  <a:lnTo>
                    <a:pt x="0" y="48890"/>
                  </a:lnTo>
                  <a:cubicBezTo>
                    <a:pt x="0" y="35923"/>
                    <a:pt x="5151" y="23488"/>
                    <a:pt x="14319" y="14319"/>
                  </a:cubicBezTo>
                  <a:cubicBezTo>
                    <a:pt x="23488" y="5151"/>
                    <a:pt x="35923" y="0"/>
                    <a:pt x="48890" y="0"/>
                  </a:cubicBezTo>
                  <a:close/>
                </a:path>
              </a:pathLst>
            </a:custGeom>
            <a:blipFill>
              <a:blip r:embed="rId2"/>
              <a:stretch>
                <a:fillRect l="-19199" t="0" r="-1919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50212" y="7406875"/>
            <a:ext cx="6967636" cy="1851425"/>
            <a:chOff x="0" y="0"/>
            <a:chExt cx="1835097" cy="4876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5097" cy="487618"/>
            </a:xfrm>
            <a:custGeom>
              <a:avLst/>
              <a:gdLst/>
              <a:ahLst/>
              <a:cxnLst/>
              <a:rect r="r" b="b" t="t" l="l"/>
              <a:pathLst>
                <a:path h="487618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30951"/>
                  </a:lnTo>
                  <a:cubicBezTo>
                    <a:pt x="1835097" y="445980"/>
                    <a:pt x="1829127" y="460393"/>
                    <a:pt x="1818500" y="471021"/>
                  </a:cubicBezTo>
                  <a:cubicBezTo>
                    <a:pt x="1807873" y="481648"/>
                    <a:pt x="1793459" y="487618"/>
                    <a:pt x="1778430" y="487618"/>
                  </a:cubicBezTo>
                  <a:lnTo>
                    <a:pt x="56667" y="487618"/>
                  </a:lnTo>
                  <a:cubicBezTo>
                    <a:pt x="25371" y="487618"/>
                    <a:pt x="0" y="462247"/>
                    <a:pt x="0" y="43095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35097" cy="535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50212" y="3243343"/>
            <a:ext cx="6967636" cy="1900157"/>
            <a:chOff x="0" y="0"/>
            <a:chExt cx="1835097" cy="5004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5097" cy="500453"/>
            </a:xfrm>
            <a:custGeom>
              <a:avLst/>
              <a:gdLst/>
              <a:ahLst/>
              <a:cxnLst/>
              <a:rect r="r" b="b" t="t" l="l"/>
              <a:pathLst>
                <a:path h="500453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3786"/>
                  </a:lnTo>
                  <a:cubicBezTo>
                    <a:pt x="1835097" y="458815"/>
                    <a:pt x="1829127" y="473228"/>
                    <a:pt x="1818500" y="483855"/>
                  </a:cubicBezTo>
                  <a:cubicBezTo>
                    <a:pt x="1807873" y="494483"/>
                    <a:pt x="1793459" y="500453"/>
                    <a:pt x="1778430" y="500453"/>
                  </a:cubicBezTo>
                  <a:lnTo>
                    <a:pt x="56667" y="500453"/>
                  </a:lnTo>
                  <a:cubicBezTo>
                    <a:pt x="41638" y="500453"/>
                    <a:pt x="27225" y="494483"/>
                    <a:pt x="16598" y="483855"/>
                  </a:cubicBezTo>
                  <a:cubicBezTo>
                    <a:pt x="5970" y="473228"/>
                    <a:pt x="0" y="458815"/>
                    <a:pt x="0" y="443786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35097" cy="54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50212" y="5324475"/>
            <a:ext cx="6967636" cy="1884044"/>
            <a:chOff x="0" y="0"/>
            <a:chExt cx="1835097" cy="4962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5097" cy="496209"/>
            </a:xfrm>
            <a:custGeom>
              <a:avLst/>
              <a:gdLst/>
              <a:ahLst/>
              <a:cxnLst/>
              <a:rect r="r" b="b" t="t" l="l"/>
              <a:pathLst>
                <a:path h="49620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39542"/>
                  </a:lnTo>
                  <a:cubicBezTo>
                    <a:pt x="1835097" y="470838"/>
                    <a:pt x="1809727" y="496209"/>
                    <a:pt x="1778430" y="496209"/>
                  </a:cubicBezTo>
                  <a:lnTo>
                    <a:pt x="56667" y="496209"/>
                  </a:lnTo>
                  <a:cubicBezTo>
                    <a:pt x="25371" y="496209"/>
                    <a:pt x="0" y="470838"/>
                    <a:pt x="0" y="439542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35097" cy="543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15609045" y="583798"/>
            <a:ext cx="2217605" cy="1690924"/>
          </a:xfrm>
          <a:custGeom>
            <a:avLst/>
            <a:gdLst/>
            <a:ahLst/>
            <a:cxnLst/>
            <a:rect r="r" b="b" t="t" l="l"/>
            <a:pathLst>
              <a:path h="1690924" w="2217605">
                <a:moveTo>
                  <a:pt x="0" y="1690924"/>
                </a:moveTo>
                <a:lnTo>
                  <a:pt x="2217605" y="1690924"/>
                </a:lnTo>
                <a:lnTo>
                  <a:pt x="2217605" y="0"/>
                </a:lnTo>
                <a:lnTo>
                  <a:pt x="0" y="0"/>
                </a:lnTo>
                <a:lnTo>
                  <a:pt x="0" y="16909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750212" y="1160942"/>
            <a:ext cx="6967636" cy="1901425"/>
            <a:chOff x="0" y="0"/>
            <a:chExt cx="1835097" cy="5007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5097" cy="500787"/>
            </a:xfrm>
            <a:custGeom>
              <a:avLst/>
              <a:gdLst/>
              <a:ahLst/>
              <a:cxnLst/>
              <a:rect r="r" b="b" t="t" l="l"/>
              <a:pathLst>
                <a:path h="500787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4119"/>
                  </a:lnTo>
                  <a:cubicBezTo>
                    <a:pt x="1835097" y="459149"/>
                    <a:pt x="1829127" y="473562"/>
                    <a:pt x="1818500" y="484189"/>
                  </a:cubicBezTo>
                  <a:cubicBezTo>
                    <a:pt x="1807873" y="494817"/>
                    <a:pt x="1793459" y="500787"/>
                    <a:pt x="1778430" y="500787"/>
                  </a:cubicBezTo>
                  <a:lnTo>
                    <a:pt x="56667" y="500787"/>
                  </a:lnTo>
                  <a:cubicBezTo>
                    <a:pt x="25371" y="500787"/>
                    <a:pt x="0" y="475416"/>
                    <a:pt x="0" y="444119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35097" cy="548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5400000">
            <a:off x="10262754" y="3965497"/>
            <a:ext cx="444578" cy="444578"/>
          </a:xfrm>
          <a:custGeom>
            <a:avLst/>
            <a:gdLst/>
            <a:ahLst/>
            <a:cxnLst/>
            <a:rect r="r" b="b" t="t" l="l"/>
            <a:pathLst>
              <a:path h="444578" w="444578">
                <a:moveTo>
                  <a:pt x="0" y="0"/>
                </a:moveTo>
                <a:lnTo>
                  <a:pt x="444578" y="0"/>
                </a:lnTo>
                <a:lnTo>
                  <a:pt x="444578" y="444578"/>
                </a:lnTo>
                <a:lnTo>
                  <a:pt x="0" y="444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10262754" y="6044208"/>
            <a:ext cx="444578" cy="444578"/>
          </a:xfrm>
          <a:custGeom>
            <a:avLst/>
            <a:gdLst/>
            <a:ahLst/>
            <a:cxnLst/>
            <a:rect r="r" b="b" t="t" l="l"/>
            <a:pathLst>
              <a:path h="444578" w="444578">
                <a:moveTo>
                  <a:pt x="0" y="0"/>
                </a:moveTo>
                <a:lnTo>
                  <a:pt x="444578" y="0"/>
                </a:lnTo>
                <a:lnTo>
                  <a:pt x="444578" y="444578"/>
                </a:lnTo>
                <a:lnTo>
                  <a:pt x="0" y="444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351797" y="8442115"/>
            <a:ext cx="2380497" cy="1844885"/>
          </a:xfrm>
          <a:custGeom>
            <a:avLst/>
            <a:gdLst/>
            <a:ahLst/>
            <a:cxnLst/>
            <a:rect r="r" b="b" t="t" l="l"/>
            <a:pathLst>
              <a:path h="1844885" w="2380497">
                <a:moveTo>
                  <a:pt x="0" y="0"/>
                </a:moveTo>
                <a:lnTo>
                  <a:pt x="2380497" y="0"/>
                </a:lnTo>
                <a:lnTo>
                  <a:pt x="2380497" y="1844885"/>
                </a:lnTo>
                <a:lnTo>
                  <a:pt x="0" y="1844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0262754" y="1884365"/>
            <a:ext cx="444578" cy="444578"/>
          </a:xfrm>
          <a:custGeom>
            <a:avLst/>
            <a:gdLst/>
            <a:ahLst/>
            <a:cxnLst/>
            <a:rect r="r" b="b" t="t" l="l"/>
            <a:pathLst>
              <a:path h="444578" w="444578">
                <a:moveTo>
                  <a:pt x="0" y="0"/>
                </a:moveTo>
                <a:lnTo>
                  <a:pt x="444578" y="0"/>
                </a:lnTo>
                <a:lnTo>
                  <a:pt x="444578" y="444578"/>
                </a:lnTo>
                <a:lnTo>
                  <a:pt x="0" y="444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10262754" y="7993566"/>
            <a:ext cx="444578" cy="444578"/>
          </a:xfrm>
          <a:custGeom>
            <a:avLst/>
            <a:gdLst/>
            <a:ahLst/>
            <a:cxnLst/>
            <a:rect r="r" b="b" t="t" l="l"/>
            <a:pathLst>
              <a:path h="444578" w="444578">
                <a:moveTo>
                  <a:pt x="0" y="0"/>
                </a:moveTo>
                <a:lnTo>
                  <a:pt x="444578" y="0"/>
                </a:lnTo>
                <a:lnTo>
                  <a:pt x="444578" y="444578"/>
                </a:lnTo>
                <a:lnTo>
                  <a:pt x="0" y="444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94954" y="5987574"/>
            <a:ext cx="6320730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REQUISITOS 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ACADÉMICOS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77820" y="7813511"/>
            <a:ext cx="18988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GRADUADO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77820" y="3649978"/>
            <a:ext cx="101597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SAT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77820" y="1569872"/>
            <a:ext cx="309731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TOEFL / DUOLINGO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77820" y="5731111"/>
            <a:ext cx="44312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GPA </a:t>
            </a:r>
            <a:r>
              <a:rPr lang="en-US" b="true" sz="2400" i="true">
                <a:solidFill>
                  <a:srgbClr val="FFFFFF"/>
                </a:solidFill>
                <a:latin typeface="TT Firs Neue Bold Italics"/>
                <a:ea typeface="TT Firs Neue Bold Italics"/>
                <a:cs typeface="TT Firs Neue Bold Italics"/>
                <a:sym typeface="TT Firs Neue Bold Italics"/>
              </a:rPr>
              <a:t>(Grade Point Average)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77820" y="8323063"/>
            <a:ext cx="52185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Se requiere haber completado high school, secundaria, o enseñanza media.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77820" y="4173853"/>
            <a:ext cx="52185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Prueba de lectura, escritura, y matemáticas. </a:t>
            </a: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(opcional)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77820" y="6254986"/>
            <a:ext cx="52185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Se necesita un promedio de secundaria sobre 2.0 para ser elegible para competir.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77820" y="2097129"/>
            <a:ext cx="52185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Exámen de medición de inglés. Se evalúan 4 aspectos. </a:t>
            </a:r>
            <a:r>
              <a:rPr lang="en-US" b="true" sz="20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(obligatoria)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4954" y="-694186"/>
            <a:ext cx="6967636" cy="6424699"/>
            <a:chOff x="0" y="0"/>
            <a:chExt cx="1180820" cy="10888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0820" cy="1088807"/>
            </a:xfrm>
            <a:custGeom>
              <a:avLst/>
              <a:gdLst/>
              <a:ahLst/>
              <a:cxnLst/>
              <a:rect r="r" b="b" t="t" l="l"/>
              <a:pathLst>
                <a:path h="1088807" w="1180820">
                  <a:moveTo>
                    <a:pt x="48890" y="0"/>
                  </a:moveTo>
                  <a:lnTo>
                    <a:pt x="1131930" y="0"/>
                  </a:lnTo>
                  <a:cubicBezTo>
                    <a:pt x="1158931" y="0"/>
                    <a:pt x="1180820" y="21889"/>
                    <a:pt x="1180820" y="48890"/>
                  </a:cubicBezTo>
                  <a:lnTo>
                    <a:pt x="1180820" y="1039917"/>
                  </a:lnTo>
                  <a:cubicBezTo>
                    <a:pt x="1180820" y="1066918"/>
                    <a:pt x="1158931" y="1088807"/>
                    <a:pt x="1131930" y="1088807"/>
                  </a:cubicBezTo>
                  <a:lnTo>
                    <a:pt x="48890" y="1088807"/>
                  </a:lnTo>
                  <a:cubicBezTo>
                    <a:pt x="35923" y="1088807"/>
                    <a:pt x="23488" y="1083656"/>
                    <a:pt x="14319" y="1074488"/>
                  </a:cubicBezTo>
                  <a:cubicBezTo>
                    <a:pt x="5151" y="1065319"/>
                    <a:pt x="0" y="1052884"/>
                    <a:pt x="0" y="1039917"/>
                  </a:cubicBezTo>
                  <a:lnTo>
                    <a:pt x="0" y="48890"/>
                  </a:lnTo>
                  <a:cubicBezTo>
                    <a:pt x="0" y="35923"/>
                    <a:pt x="5151" y="23488"/>
                    <a:pt x="14319" y="14319"/>
                  </a:cubicBezTo>
                  <a:cubicBezTo>
                    <a:pt x="23488" y="5151"/>
                    <a:pt x="35923" y="0"/>
                    <a:pt x="48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225" r="0" b="-42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50212" y="7406875"/>
            <a:ext cx="6967636" cy="1885950"/>
            <a:chOff x="0" y="0"/>
            <a:chExt cx="1835097" cy="496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5097" cy="496711"/>
            </a:xfrm>
            <a:custGeom>
              <a:avLst/>
              <a:gdLst/>
              <a:ahLst/>
              <a:cxnLst/>
              <a:rect r="r" b="b" t="t" l="l"/>
              <a:pathLst>
                <a:path h="496711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0044"/>
                  </a:lnTo>
                  <a:cubicBezTo>
                    <a:pt x="1835097" y="455073"/>
                    <a:pt x="1829127" y="469486"/>
                    <a:pt x="1818500" y="480114"/>
                  </a:cubicBezTo>
                  <a:cubicBezTo>
                    <a:pt x="1807873" y="490741"/>
                    <a:pt x="1793459" y="496711"/>
                    <a:pt x="1778430" y="496711"/>
                  </a:cubicBezTo>
                  <a:lnTo>
                    <a:pt x="56667" y="496711"/>
                  </a:lnTo>
                  <a:cubicBezTo>
                    <a:pt x="25371" y="496711"/>
                    <a:pt x="0" y="471340"/>
                    <a:pt x="0" y="440044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35097" cy="54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50212" y="3243343"/>
            <a:ext cx="6967636" cy="1885950"/>
            <a:chOff x="0" y="0"/>
            <a:chExt cx="1835097" cy="4967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5097" cy="496711"/>
            </a:xfrm>
            <a:custGeom>
              <a:avLst/>
              <a:gdLst/>
              <a:ahLst/>
              <a:cxnLst/>
              <a:rect r="r" b="b" t="t" l="l"/>
              <a:pathLst>
                <a:path h="496711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0044"/>
                  </a:lnTo>
                  <a:cubicBezTo>
                    <a:pt x="1835097" y="455073"/>
                    <a:pt x="1829127" y="469486"/>
                    <a:pt x="1818500" y="480114"/>
                  </a:cubicBezTo>
                  <a:cubicBezTo>
                    <a:pt x="1807873" y="490741"/>
                    <a:pt x="1793459" y="496711"/>
                    <a:pt x="1778430" y="496711"/>
                  </a:cubicBezTo>
                  <a:lnTo>
                    <a:pt x="56667" y="496711"/>
                  </a:lnTo>
                  <a:cubicBezTo>
                    <a:pt x="25371" y="496711"/>
                    <a:pt x="0" y="471340"/>
                    <a:pt x="0" y="440044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35097" cy="54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50212" y="5324475"/>
            <a:ext cx="6967636" cy="1885950"/>
            <a:chOff x="0" y="0"/>
            <a:chExt cx="1835097" cy="4967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35097" cy="496711"/>
            </a:xfrm>
            <a:custGeom>
              <a:avLst/>
              <a:gdLst/>
              <a:ahLst/>
              <a:cxnLst/>
              <a:rect r="r" b="b" t="t" l="l"/>
              <a:pathLst>
                <a:path h="496711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0044"/>
                  </a:lnTo>
                  <a:cubicBezTo>
                    <a:pt x="1835097" y="455073"/>
                    <a:pt x="1829127" y="469486"/>
                    <a:pt x="1818500" y="480114"/>
                  </a:cubicBezTo>
                  <a:cubicBezTo>
                    <a:pt x="1807873" y="490741"/>
                    <a:pt x="1793459" y="496711"/>
                    <a:pt x="1778430" y="496711"/>
                  </a:cubicBezTo>
                  <a:lnTo>
                    <a:pt x="56667" y="496711"/>
                  </a:lnTo>
                  <a:cubicBezTo>
                    <a:pt x="25371" y="496711"/>
                    <a:pt x="0" y="471340"/>
                    <a:pt x="0" y="440044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35097" cy="544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15609045" y="583798"/>
            <a:ext cx="2217605" cy="1690924"/>
          </a:xfrm>
          <a:custGeom>
            <a:avLst/>
            <a:gdLst/>
            <a:ahLst/>
            <a:cxnLst/>
            <a:rect r="r" b="b" t="t" l="l"/>
            <a:pathLst>
              <a:path h="1690924" w="2217605">
                <a:moveTo>
                  <a:pt x="0" y="1690924"/>
                </a:moveTo>
                <a:lnTo>
                  <a:pt x="2217605" y="1690924"/>
                </a:lnTo>
                <a:lnTo>
                  <a:pt x="2217605" y="0"/>
                </a:lnTo>
                <a:lnTo>
                  <a:pt x="0" y="0"/>
                </a:lnTo>
                <a:lnTo>
                  <a:pt x="0" y="16909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750212" y="1160942"/>
            <a:ext cx="6967636" cy="1886647"/>
            <a:chOff x="0" y="0"/>
            <a:chExt cx="1835097" cy="4968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5097" cy="496895"/>
            </a:xfrm>
            <a:custGeom>
              <a:avLst/>
              <a:gdLst/>
              <a:ahLst/>
              <a:cxnLst/>
              <a:rect r="r" b="b" t="t" l="l"/>
              <a:pathLst>
                <a:path h="496895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440227"/>
                  </a:lnTo>
                  <a:cubicBezTo>
                    <a:pt x="1835097" y="455256"/>
                    <a:pt x="1829127" y="469670"/>
                    <a:pt x="1818500" y="480297"/>
                  </a:cubicBezTo>
                  <a:cubicBezTo>
                    <a:pt x="1807873" y="490924"/>
                    <a:pt x="1793459" y="496895"/>
                    <a:pt x="1778430" y="496895"/>
                  </a:cubicBezTo>
                  <a:lnTo>
                    <a:pt x="56667" y="496895"/>
                  </a:lnTo>
                  <a:cubicBezTo>
                    <a:pt x="25371" y="496895"/>
                    <a:pt x="0" y="471524"/>
                    <a:pt x="0" y="440227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2727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35097" cy="544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5400000">
            <a:off x="10131471" y="7912894"/>
            <a:ext cx="707144" cy="707144"/>
          </a:xfrm>
          <a:custGeom>
            <a:avLst/>
            <a:gdLst/>
            <a:ahLst/>
            <a:cxnLst/>
            <a:rect r="r" b="b" t="t" l="l"/>
            <a:pathLst>
              <a:path h="707144" w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10131471" y="3749362"/>
            <a:ext cx="707144" cy="707144"/>
          </a:xfrm>
          <a:custGeom>
            <a:avLst/>
            <a:gdLst/>
            <a:ahLst/>
            <a:cxnLst/>
            <a:rect r="r" b="b" t="t" l="l"/>
            <a:pathLst>
              <a:path h="707144" w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0131471" y="5830494"/>
            <a:ext cx="707144" cy="707144"/>
          </a:xfrm>
          <a:custGeom>
            <a:avLst/>
            <a:gdLst/>
            <a:ahLst/>
            <a:cxnLst/>
            <a:rect r="r" b="b" t="t" l="l"/>
            <a:pathLst>
              <a:path h="707144" w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0131471" y="1666962"/>
            <a:ext cx="707144" cy="707144"/>
          </a:xfrm>
          <a:custGeom>
            <a:avLst/>
            <a:gdLst/>
            <a:ahLst/>
            <a:cxnLst/>
            <a:rect r="r" b="b" t="t" l="l"/>
            <a:pathLst>
              <a:path h="707144" w="707144">
                <a:moveTo>
                  <a:pt x="0" y="0"/>
                </a:moveTo>
                <a:lnTo>
                  <a:pt x="707144" y="0"/>
                </a:lnTo>
                <a:lnTo>
                  <a:pt x="707144" y="707144"/>
                </a:lnTo>
                <a:lnTo>
                  <a:pt x="0" y="70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1818407" y="7406875"/>
            <a:ext cx="1683412" cy="277763"/>
          </a:xfrm>
          <a:custGeom>
            <a:avLst/>
            <a:gdLst/>
            <a:ahLst/>
            <a:cxnLst/>
            <a:rect r="r" b="b" t="t" l="l"/>
            <a:pathLst>
              <a:path h="277763" w="1683412">
                <a:moveTo>
                  <a:pt x="1683411" y="0"/>
                </a:moveTo>
                <a:lnTo>
                  <a:pt x="0" y="0"/>
                </a:lnTo>
                <a:lnTo>
                  <a:pt x="0" y="277763"/>
                </a:lnTo>
                <a:lnTo>
                  <a:pt x="1683411" y="277763"/>
                </a:lnTo>
                <a:lnTo>
                  <a:pt x="168341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-1351797" y="8442115"/>
            <a:ext cx="2380497" cy="1844885"/>
          </a:xfrm>
          <a:custGeom>
            <a:avLst/>
            <a:gdLst/>
            <a:ahLst/>
            <a:cxnLst/>
            <a:rect r="r" b="b" t="t" l="l"/>
            <a:pathLst>
              <a:path h="1844885" w="2380497">
                <a:moveTo>
                  <a:pt x="0" y="0"/>
                </a:moveTo>
                <a:lnTo>
                  <a:pt x="2380497" y="0"/>
                </a:lnTo>
                <a:lnTo>
                  <a:pt x="2380497" y="1844885"/>
                </a:lnTo>
                <a:lnTo>
                  <a:pt x="0" y="18448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24598" y="1560089"/>
            <a:ext cx="920890" cy="92089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24598" y="3642489"/>
            <a:ext cx="920890" cy="92089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024598" y="5713769"/>
            <a:ext cx="920890" cy="920890"/>
          </a:xfrm>
          <a:prstGeom prst="rect">
            <a:avLst/>
          </a:prstGeom>
        </p:spPr>
      </p:pic>
      <p:sp>
        <p:nvSpPr>
          <p:cNvPr name="Freeform 26" id="26"/>
          <p:cNvSpPr/>
          <p:nvPr/>
        </p:nvSpPr>
        <p:spPr>
          <a:xfrm flipH="false" flipV="false" rot="0">
            <a:off x="10122151" y="7903574"/>
            <a:ext cx="725785" cy="725785"/>
          </a:xfrm>
          <a:custGeom>
            <a:avLst/>
            <a:gdLst/>
            <a:ahLst/>
            <a:cxnLst/>
            <a:rect r="r" b="b" t="t" l="l"/>
            <a:pathLst>
              <a:path h="725785" w="725785">
                <a:moveTo>
                  <a:pt x="0" y="0"/>
                </a:moveTo>
                <a:lnTo>
                  <a:pt x="725784" y="0"/>
                </a:lnTo>
                <a:lnTo>
                  <a:pt x="725784" y="725785"/>
                </a:lnTo>
                <a:lnTo>
                  <a:pt x="0" y="7257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818407" y="6145639"/>
            <a:ext cx="6644183" cy="9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00" spc="-341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PLAN DE ACCIÓN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77820" y="7813511"/>
            <a:ext cx="364526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VISA F-1 (ESTUDIANTE)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77820" y="3649978"/>
            <a:ext cx="379109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PREPARACIÓN Y VIDEO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77820" y="1569872"/>
            <a:ext cx="575282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INSCRIPCIÓN Y PERFIL DEPORTIVO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77820" y="5731111"/>
            <a:ext cx="44312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BÚSQUEDA UNIVERSITARIA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77820" y="8206330"/>
            <a:ext cx="52185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Una vez decidido y firmado el contrato con la facultad, comienza el papeleo y proceso de aplicación para la obtención de la visa.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77820" y="4042797"/>
            <a:ext cx="52185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Se prepara al jugador académicamente (niveles de inglés intermedio/avanzado) y se crea el video deportivo.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77820" y="6123930"/>
            <a:ext cx="52185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Completado los requisitos académicos, comienza el proceso de acercamiento y búsqueda de la mejor oferta.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77820" y="1960397"/>
            <a:ext cx="521855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Constituye el inicio del proceso. Análisis profesional y creación del perfil del jugador.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DAHEE1vCUPA</dc:identifier>
  <dcterms:modified xsi:type="dcterms:W3CDTF">2011-08-01T06:04:30Z</dcterms:modified>
  <cp:revision>1</cp:revision>
  <dc:title>PROJECTA</dc:title>
</cp:coreProperties>
</file>